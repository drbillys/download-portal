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
  </p:notesMasterIdLst>
  <p:sldIdLst>
    <p:sldId id="260" r:id="rId5"/>
    <p:sldId id="25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90"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5CA78B-BECE-40D1-926C-DBB64E96978A}" type="datetimeFigureOut">
              <a:rPr lang="en-US" smtClean="0"/>
              <a:t>9/9/2026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52EF93-F125-4332-8955-7140A09E51C5}" type="slidenum">
              <a:rPr lang="en-US" smtClean="0"/>
              <a:t>‹#›</a:t>
            </a:fld>
            <a:endParaRPr lang="en-US"/>
          </a:p>
        </p:txBody>
      </p:sp>
    </p:spTree>
    <p:extLst>
      <p:ext uri="{BB962C8B-B14F-4D97-AF65-F5344CB8AC3E}">
        <p14:creationId xmlns:p14="http://schemas.microsoft.com/office/powerpoint/2010/main" val="3105563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15D80-D1CC-8562-D54F-5C75788F2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00DE36-2301-8E02-9195-EC43DE5F5A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E58E782-8A0C-72D6-CD31-2E3E1934BC4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8315EA-7AB4-34EB-5004-824321B68B92}"/>
              </a:ext>
            </a:extLst>
          </p:cNvPr>
          <p:cNvSpPr>
            <a:spLocks noGrp="1"/>
          </p:cNvSpPr>
          <p:nvPr>
            <p:ph type="sldNum" sz="quarter" idx="5"/>
          </p:nvPr>
        </p:nvSpPr>
        <p:spPr/>
        <p:txBody>
          <a:bodyPr/>
          <a:lstStyle/>
          <a:p>
            <a:fld id="{DC52EF93-F125-4332-8955-7140A09E51C5}" type="slidenum">
              <a:rPr lang="en-US" smtClean="0"/>
              <a:t>1</a:t>
            </a:fld>
            <a:endParaRPr lang="en-US"/>
          </a:p>
        </p:txBody>
      </p:sp>
    </p:spTree>
    <p:extLst>
      <p:ext uri="{BB962C8B-B14F-4D97-AF65-F5344CB8AC3E}">
        <p14:creationId xmlns:p14="http://schemas.microsoft.com/office/powerpoint/2010/main" val="2288833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37818-F835-EE39-D901-1B4F4C8BEC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38CCD7-DD1A-7823-45AB-08202A191F4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D1B17A-9D5D-7BF0-1527-B44E56850B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4E6B811-5A0D-6FE9-D46A-8AFCF54E0179}"/>
              </a:ext>
            </a:extLst>
          </p:cNvPr>
          <p:cNvSpPr>
            <a:spLocks noGrp="1"/>
          </p:cNvSpPr>
          <p:nvPr>
            <p:ph type="sldNum" sz="quarter" idx="5"/>
          </p:nvPr>
        </p:nvSpPr>
        <p:spPr/>
        <p:txBody>
          <a:bodyPr/>
          <a:lstStyle/>
          <a:p>
            <a:fld id="{DC52EF93-F125-4332-8955-7140A09E51C5}" type="slidenum">
              <a:rPr lang="en-US" smtClean="0"/>
              <a:t>2</a:t>
            </a:fld>
            <a:endParaRPr lang="en-US"/>
          </a:p>
        </p:txBody>
      </p:sp>
    </p:spTree>
    <p:extLst>
      <p:ext uri="{BB962C8B-B14F-4D97-AF65-F5344CB8AC3E}">
        <p14:creationId xmlns:p14="http://schemas.microsoft.com/office/powerpoint/2010/main" val="17412941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3BBEF-9EE5-55D9-ED66-40F905F608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E7F87E-6FF4-E029-70F0-3799FF18DE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524007-CD47-7569-51BA-1CB2E6BAFA19}"/>
              </a:ext>
            </a:extLst>
          </p:cNvPr>
          <p:cNvSpPr>
            <a:spLocks noGrp="1"/>
          </p:cNvSpPr>
          <p:nvPr>
            <p:ph type="dt" sz="half" idx="10"/>
          </p:nvPr>
        </p:nvSpPr>
        <p:spPr/>
        <p:txBody>
          <a:bodyPr/>
          <a:lstStyle/>
          <a:p>
            <a:fld id="{784E1A1B-E41E-46DA-8028-B7BA8C09BB8D}" type="datetimeFigureOut">
              <a:rPr lang="en-US" smtClean="0"/>
              <a:t>9/9/2026</a:t>
            </a:fld>
            <a:endParaRPr lang="en-US"/>
          </a:p>
        </p:txBody>
      </p:sp>
      <p:sp>
        <p:nvSpPr>
          <p:cNvPr id="5" name="Footer Placeholder 4">
            <a:extLst>
              <a:ext uri="{FF2B5EF4-FFF2-40B4-BE49-F238E27FC236}">
                <a16:creationId xmlns:a16="http://schemas.microsoft.com/office/drawing/2014/main" id="{5293A642-17C1-4EFA-398A-414701C0F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EC7456-7C95-1356-421C-ADAB5B1669F9}"/>
              </a:ext>
            </a:extLst>
          </p:cNvPr>
          <p:cNvSpPr>
            <a:spLocks noGrp="1"/>
          </p:cNvSpPr>
          <p:nvPr>
            <p:ph type="sldNum" sz="quarter" idx="12"/>
          </p:nvPr>
        </p:nvSpPr>
        <p:spPr/>
        <p:txBody>
          <a:bodyPr/>
          <a:lstStyle/>
          <a:p>
            <a:fld id="{6AEADB77-097E-4C06-97C1-910A2C192373}" type="slidenum">
              <a:rPr lang="en-US" smtClean="0"/>
              <a:t>‹#›</a:t>
            </a:fld>
            <a:endParaRPr lang="en-US"/>
          </a:p>
        </p:txBody>
      </p:sp>
    </p:spTree>
    <p:extLst>
      <p:ext uri="{BB962C8B-B14F-4D97-AF65-F5344CB8AC3E}">
        <p14:creationId xmlns:p14="http://schemas.microsoft.com/office/powerpoint/2010/main" val="3581270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D0558-779A-DBA8-D140-77D26D8063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A325B5-A27A-B37B-A223-5EB17BEED0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E1C073-5E02-5F97-B2B9-DBA5FFF0B094}"/>
              </a:ext>
            </a:extLst>
          </p:cNvPr>
          <p:cNvSpPr>
            <a:spLocks noGrp="1"/>
          </p:cNvSpPr>
          <p:nvPr>
            <p:ph type="dt" sz="half" idx="10"/>
          </p:nvPr>
        </p:nvSpPr>
        <p:spPr/>
        <p:txBody>
          <a:bodyPr/>
          <a:lstStyle/>
          <a:p>
            <a:fld id="{784E1A1B-E41E-46DA-8028-B7BA8C09BB8D}" type="datetimeFigureOut">
              <a:rPr lang="en-US" smtClean="0"/>
              <a:t>9/9/2026</a:t>
            </a:fld>
            <a:endParaRPr lang="en-US"/>
          </a:p>
        </p:txBody>
      </p:sp>
      <p:sp>
        <p:nvSpPr>
          <p:cNvPr id="5" name="Footer Placeholder 4">
            <a:extLst>
              <a:ext uri="{FF2B5EF4-FFF2-40B4-BE49-F238E27FC236}">
                <a16:creationId xmlns:a16="http://schemas.microsoft.com/office/drawing/2014/main" id="{5B01B41C-EF37-9202-D7AD-CA9F846E59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C5C26B-A873-DF63-EC7F-C7F4E6A48B4F}"/>
              </a:ext>
            </a:extLst>
          </p:cNvPr>
          <p:cNvSpPr>
            <a:spLocks noGrp="1"/>
          </p:cNvSpPr>
          <p:nvPr>
            <p:ph type="sldNum" sz="quarter" idx="12"/>
          </p:nvPr>
        </p:nvSpPr>
        <p:spPr/>
        <p:txBody>
          <a:bodyPr/>
          <a:lstStyle/>
          <a:p>
            <a:fld id="{6AEADB77-097E-4C06-97C1-910A2C192373}" type="slidenum">
              <a:rPr lang="en-US" smtClean="0"/>
              <a:t>‹#›</a:t>
            </a:fld>
            <a:endParaRPr lang="en-US"/>
          </a:p>
        </p:txBody>
      </p:sp>
    </p:spTree>
    <p:extLst>
      <p:ext uri="{BB962C8B-B14F-4D97-AF65-F5344CB8AC3E}">
        <p14:creationId xmlns:p14="http://schemas.microsoft.com/office/powerpoint/2010/main" val="1750026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6CF82-4EB2-ADDD-4FCC-70C744FE03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D8CC5E-07E9-B9B2-3DD4-30326126A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2DEAD9-9D9E-EEDC-5421-6A44AE1043CA}"/>
              </a:ext>
            </a:extLst>
          </p:cNvPr>
          <p:cNvSpPr>
            <a:spLocks noGrp="1"/>
          </p:cNvSpPr>
          <p:nvPr>
            <p:ph type="dt" sz="half" idx="10"/>
          </p:nvPr>
        </p:nvSpPr>
        <p:spPr/>
        <p:txBody>
          <a:bodyPr/>
          <a:lstStyle/>
          <a:p>
            <a:fld id="{784E1A1B-E41E-46DA-8028-B7BA8C09BB8D}" type="datetimeFigureOut">
              <a:rPr lang="en-US" smtClean="0"/>
              <a:t>9/9/2026</a:t>
            </a:fld>
            <a:endParaRPr lang="en-US"/>
          </a:p>
        </p:txBody>
      </p:sp>
      <p:sp>
        <p:nvSpPr>
          <p:cNvPr id="5" name="Footer Placeholder 4">
            <a:extLst>
              <a:ext uri="{FF2B5EF4-FFF2-40B4-BE49-F238E27FC236}">
                <a16:creationId xmlns:a16="http://schemas.microsoft.com/office/drawing/2014/main" id="{E533BE0B-3918-5861-0D1A-CAA674026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856703-146F-F719-C885-F0981357520D}"/>
              </a:ext>
            </a:extLst>
          </p:cNvPr>
          <p:cNvSpPr>
            <a:spLocks noGrp="1"/>
          </p:cNvSpPr>
          <p:nvPr>
            <p:ph type="sldNum" sz="quarter" idx="12"/>
          </p:nvPr>
        </p:nvSpPr>
        <p:spPr/>
        <p:txBody>
          <a:bodyPr/>
          <a:lstStyle/>
          <a:p>
            <a:fld id="{6AEADB77-097E-4C06-97C1-910A2C192373}" type="slidenum">
              <a:rPr lang="en-US" smtClean="0"/>
              <a:t>‹#›</a:t>
            </a:fld>
            <a:endParaRPr lang="en-US"/>
          </a:p>
        </p:txBody>
      </p:sp>
    </p:spTree>
    <p:extLst>
      <p:ext uri="{BB962C8B-B14F-4D97-AF65-F5344CB8AC3E}">
        <p14:creationId xmlns:p14="http://schemas.microsoft.com/office/powerpoint/2010/main" val="732444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F388B-DE85-AC26-63C9-BBABE9FF88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B1FBC5-D149-D27F-D2E1-06C0BA82BF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BA2D0B-518F-9520-BC2E-2CD96CECB0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AFC6507-AD85-A052-9131-7F0DA9A6AE0E}"/>
              </a:ext>
            </a:extLst>
          </p:cNvPr>
          <p:cNvSpPr>
            <a:spLocks noGrp="1"/>
          </p:cNvSpPr>
          <p:nvPr>
            <p:ph type="dt" sz="half" idx="10"/>
          </p:nvPr>
        </p:nvSpPr>
        <p:spPr/>
        <p:txBody>
          <a:bodyPr/>
          <a:lstStyle/>
          <a:p>
            <a:fld id="{784E1A1B-E41E-46DA-8028-B7BA8C09BB8D}" type="datetimeFigureOut">
              <a:rPr lang="en-US" smtClean="0"/>
              <a:t>9/9/2026</a:t>
            </a:fld>
            <a:endParaRPr lang="en-US"/>
          </a:p>
        </p:txBody>
      </p:sp>
      <p:sp>
        <p:nvSpPr>
          <p:cNvPr id="6" name="Footer Placeholder 5">
            <a:extLst>
              <a:ext uri="{FF2B5EF4-FFF2-40B4-BE49-F238E27FC236}">
                <a16:creationId xmlns:a16="http://schemas.microsoft.com/office/drawing/2014/main" id="{3697F1F9-7450-647B-E6B6-0E35DEA14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33335C-4796-E01E-5A68-C41FA2475628}"/>
              </a:ext>
            </a:extLst>
          </p:cNvPr>
          <p:cNvSpPr>
            <a:spLocks noGrp="1"/>
          </p:cNvSpPr>
          <p:nvPr>
            <p:ph type="sldNum" sz="quarter" idx="12"/>
          </p:nvPr>
        </p:nvSpPr>
        <p:spPr/>
        <p:txBody>
          <a:bodyPr/>
          <a:lstStyle/>
          <a:p>
            <a:fld id="{6AEADB77-097E-4C06-97C1-910A2C192373}" type="slidenum">
              <a:rPr lang="en-US" smtClean="0"/>
              <a:t>‹#›</a:t>
            </a:fld>
            <a:endParaRPr lang="en-US"/>
          </a:p>
        </p:txBody>
      </p:sp>
    </p:spTree>
    <p:extLst>
      <p:ext uri="{BB962C8B-B14F-4D97-AF65-F5344CB8AC3E}">
        <p14:creationId xmlns:p14="http://schemas.microsoft.com/office/powerpoint/2010/main" val="3748135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886D9-E4D0-9505-75C0-E24D8D3DA1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0A69A0-0E87-8898-7ACB-533810395E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346226-16FB-7F1B-6438-FD32FE056F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AF8179-E5B3-8014-6CEA-139B13F94D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AA3729-48CE-32BC-9D6B-C48E4C2CD2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C98560F-850C-0DB1-1630-943505A3D302}"/>
              </a:ext>
            </a:extLst>
          </p:cNvPr>
          <p:cNvSpPr>
            <a:spLocks noGrp="1"/>
          </p:cNvSpPr>
          <p:nvPr>
            <p:ph type="dt" sz="half" idx="10"/>
          </p:nvPr>
        </p:nvSpPr>
        <p:spPr/>
        <p:txBody>
          <a:bodyPr/>
          <a:lstStyle/>
          <a:p>
            <a:fld id="{784E1A1B-E41E-46DA-8028-B7BA8C09BB8D}" type="datetimeFigureOut">
              <a:rPr lang="en-US" smtClean="0"/>
              <a:t>9/9/2026</a:t>
            </a:fld>
            <a:endParaRPr lang="en-US"/>
          </a:p>
        </p:txBody>
      </p:sp>
      <p:sp>
        <p:nvSpPr>
          <p:cNvPr id="8" name="Footer Placeholder 7">
            <a:extLst>
              <a:ext uri="{FF2B5EF4-FFF2-40B4-BE49-F238E27FC236}">
                <a16:creationId xmlns:a16="http://schemas.microsoft.com/office/drawing/2014/main" id="{EDF6C2D6-16CC-27CB-9795-D84E40DBA6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AA8FDB-EF54-0835-FCBB-8C4B77E0E1D3}"/>
              </a:ext>
            </a:extLst>
          </p:cNvPr>
          <p:cNvSpPr>
            <a:spLocks noGrp="1"/>
          </p:cNvSpPr>
          <p:nvPr>
            <p:ph type="sldNum" sz="quarter" idx="12"/>
          </p:nvPr>
        </p:nvSpPr>
        <p:spPr/>
        <p:txBody>
          <a:bodyPr/>
          <a:lstStyle/>
          <a:p>
            <a:fld id="{6AEADB77-097E-4C06-97C1-910A2C192373}" type="slidenum">
              <a:rPr lang="en-US" smtClean="0"/>
              <a:t>‹#›</a:t>
            </a:fld>
            <a:endParaRPr lang="en-US"/>
          </a:p>
        </p:txBody>
      </p:sp>
    </p:spTree>
    <p:extLst>
      <p:ext uri="{BB962C8B-B14F-4D97-AF65-F5344CB8AC3E}">
        <p14:creationId xmlns:p14="http://schemas.microsoft.com/office/powerpoint/2010/main" val="624191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4EE3F-1F81-BDE0-2FDF-1EE608CF3C7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D31EAE-0218-650B-7659-A45304589E98}"/>
              </a:ext>
            </a:extLst>
          </p:cNvPr>
          <p:cNvSpPr>
            <a:spLocks noGrp="1"/>
          </p:cNvSpPr>
          <p:nvPr>
            <p:ph type="dt" sz="half" idx="10"/>
          </p:nvPr>
        </p:nvSpPr>
        <p:spPr/>
        <p:txBody>
          <a:bodyPr/>
          <a:lstStyle/>
          <a:p>
            <a:fld id="{784E1A1B-E41E-46DA-8028-B7BA8C09BB8D}" type="datetimeFigureOut">
              <a:rPr lang="en-US" smtClean="0"/>
              <a:t>9/9/2026</a:t>
            </a:fld>
            <a:endParaRPr lang="en-US"/>
          </a:p>
        </p:txBody>
      </p:sp>
      <p:sp>
        <p:nvSpPr>
          <p:cNvPr id="4" name="Footer Placeholder 3">
            <a:extLst>
              <a:ext uri="{FF2B5EF4-FFF2-40B4-BE49-F238E27FC236}">
                <a16:creationId xmlns:a16="http://schemas.microsoft.com/office/drawing/2014/main" id="{F37E466F-D6D6-2AC6-D985-4232527F086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ADAACF-22D2-7F84-B7D0-BF38EF59EF31}"/>
              </a:ext>
            </a:extLst>
          </p:cNvPr>
          <p:cNvSpPr>
            <a:spLocks noGrp="1"/>
          </p:cNvSpPr>
          <p:nvPr>
            <p:ph type="sldNum" sz="quarter" idx="12"/>
          </p:nvPr>
        </p:nvSpPr>
        <p:spPr/>
        <p:txBody>
          <a:bodyPr/>
          <a:lstStyle/>
          <a:p>
            <a:fld id="{6AEADB77-097E-4C06-97C1-910A2C192373}" type="slidenum">
              <a:rPr lang="en-US" smtClean="0"/>
              <a:t>‹#›</a:t>
            </a:fld>
            <a:endParaRPr lang="en-US"/>
          </a:p>
        </p:txBody>
      </p:sp>
    </p:spTree>
    <p:extLst>
      <p:ext uri="{BB962C8B-B14F-4D97-AF65-F5344CB8AC3E}">
        <p14:creationId xmlns:p14="http://schemas.microsoft.com/office/powerpoint/2010/main" val="4052915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6526A-683C-A6DF-ED5D-19CEFCBAD515}"/>
              </a:ext>
            </a:extLst>
          </p:cNvPr>
          <p:cNvSpPr>
            <a:spLocks noGrp="1"/>
          </p:cNvSpPr>
          <p:nvPr>
            <p:ph type="dt" sz="half" idx="10"/>
          </p:nvPr>
        </p:nvSpPr>
        <p:spPr/>
        <p:txBody>
          <a:bodyPr/>
          <a:lstStyle/>
          <a:p>
            <a:fld id="{784E1A1B-E41E-46DA-8028-B7BA8C09BB8D}" type="datetimeFigureOut">
              <a:rPr lang="en-US" smtClean="0"/>
              <a:t>9/9/2026</a:t>
            </a:fld>
            <a:endParaRPr lang="en-US"/>
          </a:p>
        </p:txBody>
      </p:sp>
      <p:sp>
        <p:nvSpPr>
          <p:cNvPr id="3" name="Footer Placeholder 2">
            <a:extLst>
              <a:ext uri="{FF2B5EF4-FFF2-40B4-BE49-F238E27FC236}">
                <a16:creationId xmlns:a16="http://schemas.microsoft.com/office/drawing/2014/main" id="{09C2E0C4-DBC7-F256-7F3C-DD6DA4364C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90A1DC-8814-DB23-FC1A-153F80424AC2}"/>
              </a:ext>
            </a:extLst>
          </p:cNvPr>
          <p:cNvSpPr>
            <a:spLocks noGrp="1"/>
          </p:cNvSpPr>
          <p:nvPr>
            <p:ph type="sldNum" sz="quarter" idx="12"/>
          </p:nvPr>
        </p:nvSpPr>
        <p:spPr/>
        <p:txBody>
          <a:bodyPr/>
          <a:lstStyle/>
          <a:p>
            <a:fld id="{6AEADB77-097E-4C06-97C1-910A2C192373}" type="slidenum">
              <a:rPr lang="en-US" smtClean="0"/>
              <a:t>‹#›</a:t>
            </a:fld>
            <a:endParaRPr lang="en-US"/>
          </a:p>
        </p:txBody>
      </p:sp>
    </p:spTree>
    <p:extLst>
      <p:ext uri="{BB962C8B-B14F-4D97-AF65-F5344CB8AC3E}">
        <p14:creationId xmlns:p14="http://schemas.microsoft.com/office/powerpoint/2010/main" val="4203407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EAB95-27EA-9FB3-164D-6DA11A8202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574417-F6B6-AC9D-8F9F-6C9958DA5F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979497-CBFE-E277-8727-2E10E01B1C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4CA426-21C0-44C2-DA99-C967F1C17ABD}"/>
              </a:ext>
            </a:extLst>
          </p:cNvPr>
          <p:cNvSpPr>
            <a:spLocks noGrp="1"/>
          </p:cNvSpPr>
          <p:nvPr>
            <p:ph type="dt" sz="half" idx="10"/>
          </p:nvPr>
        </p:nvSpPr>
        <p:spPr/>
        <p:txBody>
          <a:bodyPr/>
          <a:lstStyle/>
          <a:p>
            <a:fld id="{784E1A1B-E41E-46DA-8028-B7BA8C09BB8D}" type="datetimeFigureOut">
              <a:rPr lang="en-US" smtClean="0"/>
              <a:t>9/9/2026</a:t>
            </a:fld>
            <a:endParaRPr lang="en-US"/>
          </a:p>
        </p:txBody>
      </p:sp>
      <p:sp>
        <p:nvSpPr>
          <p:cNvPr id="6" name="Footer Placeholder 5">
            <a:extLst>
              <a:ext uri="{FF2B5EF4-FFF2-40B4-BE49-F238E27FC236}">
                <a16:creationId xmlns:a16="http://schemas.microsoft.com/office/drawing/2014/main" id="{A69A608A-D489-A149-7822-AF36074BD5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C1ECB1-2654-118A-37A9-545290C8FA2C}"/>
              </a:ext>
            </a:extLst>
          </p:cNvPr>
          <p:cNvSpPr>
            <a:spLocks noGrp="1"/>
          </p:cNvSpPr>
          <p:nvPr>
            <p:ph type="sldNum" sz="quarter" idx="12"/>
          </p:nvPr>
        </p:nvSpPr>
        <p:spPr/>
        <p:txBody>
          <a:bodyPr/>
          <a:lstStyle/>
          <a:p>
            <a:fld id="{6AEADB77-097E-4C06-97C1-910A2C192373}" type="slidenum">
              <a:rPr lang="en-US" smtClean="0"/>
              <a:t>‹#›</a:t>
            </a:fld>
            <a:endParaRPr lang="en-US"/>
          </a:p>
        </p:txBody>
      </p:sp>
    </p:spTree>
    <p:extLst>
      <p:ext uri="{BB962C8B-B14F-4D97-AF65-F5344CB8AC3E}">
        <p14:creationId xmlns:p14="http://schemas.microsoft.com/office/powerpoint/2010/main" val="1020471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80FE2-B0C5-BD1B-F69C-F7559FA327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6E1B71-236B-33C6-8DEC-257401D0CB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5365F7-E6D5-FA7D-BEAD-C61D6CF282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553374-F686-F464-AC1A-CCD5ED1E0879}"/>
              </a:ext>
            </a:extLst>
          </p:cNvPr>
          <p:cNvSpPr>
            <a:spLocks noGrp="1"/>
          </p:cNvSpPr>
          <p:nvPr>
            <p:ph type="dt" sz="half" idx="10"/>
          </p:nvPr>
        </p:nvSpPr>
        <p:spPr/>
        <p:txBody>
          <a:bodyPr/>
          <a:lstStyle/>
          <a:p>
            <a:fld id="{784E1A1B-E41E-46DA-8028-B7BA8C09BB8D}" type="datetimeFigureOut">
              <a:rPr lang="en-US" smtClean="0"/>
              <a:t>9/9/2026</a:t>
            </a:fld>
            <a:endParaRPr lang="en-US"/>
          </a:p>
        </p:txBody>
      </p:sp>
      <p:sp>
        <p:nvSpPr>
          <p:cNvPr id="6" name="Footer Placeholder 5">
            <a:extLst>
              <a:ext uri="{FF2B5EF4-FFF2-40B4-BE49-F238E27FC236}">
                <a16:creationId xmlns:a16="http://schemas.microsoft.com/office/drawing/2014/main" id="{6CF391C5-7810-E133-475A-5A21F7517D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02BD46-C0F5-A6AC-D4D4-3F23B602E5B8}"/>
              </a:ext>
            </a:extLst>
          </p:cNvPr>
          <p:cNvSpPr>
            <a:spLocks noGrp="1"/>
          </p:cNvSpPr>
          <p:nvPr>
            <p:ph type="sldNum" sz="quarter" idx="12"/>
          </p:nvPr>
        </p:nvSpPr>
        <p:spPr/>
        <p:txBody>
          <a:bodyPr/>
          <a:lstStyle/>
          <a:p>
            <a:fld id="{6AEADB77-097E-4C06-97C1-910A2C192373}" type="slidenum">
              <a:rPr lang="en-US" smtClean="0"/>
              <a:t>‹#›</a:t>
            </a:fld>
            <a:endParaRPr lang="en-US"/>
          </a:p>
        </p:txBody>
      </p:sp>
    </p:spTree>
    <p:extLst>
      <p:ext uri="{BB962C8B-B14F-4D97-AF65-F5344CB8AC3E}">
        <p14:creationId xmlns:p14="http://schemas.microsoft.com/office/powerpoint/2010/main" val="1079315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E6C37-E02C-51F0-720A-DEEE42D9BB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786DEF-5F71-2DC1-5739-CFB4849E93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DA12BB-F5C8-4948-DE23-EF4ABD96827F}"/>
              </a:ext>
            </a:extLst>
          </p:cNvPr>
          <p:cNvSpPr>
            <a:spLocks noGrp="1"/>
          </p:cNvSpPr>
          <p:nvPr>
            <p:ph type="dt" sz="half" idx="10"/>
          </p:nvPr>
        </p:nvSpPr>
        <p:spPr/>
        <p:txBody>
          <a:bodyPr/>
          <a:lstStyle/>
          <a:p>
            <a:fld id="{784E1A1B-E41E-46DA-8028-B7BA8C09BB8D}" type="datetimeFigureOut">
              <a:rPr lang="en-US" smtClean="0"/>
              <a:t>9/9/2026</a:t>
            </a:fld>
            <a:endParaRPr lang="en-US"/>
          </a:p>
        </p:txBody>
      </p:sp>
      <p:sp>
        <p:nvSpPr>
          <p:cNvPr id="5" name="Footer Placeholder 4">
            <a:extLst>
              <a:ext uri="{FF2B5EF4-FFF2-40B4-BE49-F238E27FC236}">
                <a16:creationId xmlns:a16="http://schemas.microsoft.com/office/drawing/2014/main" id="{DF41F5B3-D907-9A39-F300-B641C4B6D3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273331-E8C7-ACE7-C6E0-25B5AC2E5C28}"/>
              </a:ext>
            </a:extLst>
          </p:cNvPr>
          <p:cNvSpPr>
            <a:spLocks noGrp="1"/>
          </p:cNvSpPr>
          <p:nvPr>
            <p:ph type="sldNum" sz="quarter" idx="12"/>
          </p:nvPr>
        </p:nvSpPr>
        <p:spPr/>
        <p:txBody>
          <a:bodyPr/>
          <a:lstStyle/>
          <a:p>
            <a:fld id="{6AEADB77-097E-4C06-97C1-910A2C192373}" type="slidenum">
              <a:rPr lang="en-US" smtClean="0"/>
              <a:t>‹#›</a:t>
            </a:fld>
            <a:endParaRPr lang="en-US"/>
          </a:p>
        </p:txBody>
      </p:sp>
    </p:spTree>
    <p:extLst>
      <p:ext uri="{BB962C8B-B14F-4D97-AF65-F5344CB8AC3E}">
        <p14:creationId xmlns:p14="http://schemas.microsoft.com/office/powerpoint/2010/main" val="516385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453295-3D3E-D51E-02D2-00DED8D7C3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743094-07FF-554F-1D21-C2EF50F37D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E0D690-D341-1F6E-2646-092C36568A63}"/>
              </a:ext>
            </a:extLst>
          </p:cNvPr>
          <p:cNvSpPr>
            <a:spLocks noGrp="1"/>
          </p:cNvSpPr>
          <p:nvPr>
            <p:ph type="dt" sz="half" idx="10"/>
          </p:nvPr>
        </p:nvSpPr>
        <p:spPr/>
        <p:txBody>
          <a:bodyPr/>
          <a:lstStyle/>
          <a:p>
            <a:fld id="{784E1A1B-E41E-46DA-8028-B7BA8C09BB8D}" type="datetimeFigureOut">
              <a:rPr lang="en-US" smtClean="0"/>
              <a:t>9/9/2026</a:t>
            </a:fld>
            <a:endParaRPr lang="en-US"/>
          </a:p>
        </p:txBody>
      </p:sp>
      <p:sp>
        <p:nvSpPr>
          <p:cNvPr id="5" name="Footer Placeholder 4">
            <a:extLst>
              <a:ext uri="{FF2B5EF4-FFF2-40B4-BE49-F238E27FC236}">
                <a16:creationId xmlns:a16="http://schemas.microsoft.com/office/drawing/2014/main" id="{02DEC9D0-9AE8-8DBA-AF6D-BD5A5276AB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B78BA6-79A8-BE9C-0B2A-89653686D41C}"/>
              </a:ext>
            </a:extLst>
          </p:cNvPr>
          <p:cNvSpPr>
            <a:spLocks noGrp="1"/>
          </p:cNvSpPr>
          <p:nvPr>
            <p:ph type="sldNum" sz="quarter" idx="12"/>
          </p:nvPr>
        </p:nvSpPr>
        <p:spPr/>
        <p:txBody>
          <a:bodyPr/>
          <a:lstStyle/>
          <a:p>
            <a:fld id="{6AEADB77-097E-4C06-97C1-910A2C192373}" type="slidenum">
              <a:rPr lang="en-US" smtClean="0"/>
              <a:t>‹#›</a:t>
            </a:fld>
            <a:endParaRPr lang="en-US"/>
          </a:p>
        </p:txBody>
      </p:sp>
    </p:spTree>
    <p:extLst>
      <p:ext uri="{BB962C8B-B14F-4D97-AF65-F5344CB8AC3E}">
        <p14:creationId xmlns:p14="http://schemas.microsoft.com/office/powerpoint/2010/main" val="2543244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041AB1-B0A8-B3CE-2C82-4A4120E2B0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F8BBE5-19C5-D031-44E6-DE399DE27E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BB5CD5-26FC-7853-4225-9011680F57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4E1A1B-E41E-46DA-8028-B7BA8C09BB8D}" type="datetimeFigureOut">
              <a:rPr lang="en-US" smtClean="0"/>
              <a:t>9/9/2026</a:t>
            </a:fld>
            <a:endParaRPr lang="en-US"/>
          </a:p>
        </p:txBody>
      </p:sp>
      <p:sp>
        <p:nvSpPr>
          <p:cNvPr id="5" name="Footer Placeholder 4">
            <a:extLst>
              <a:ext uri="{FF2B5EF4-FFF2-40B4-BE49-F238E27FC236}">
                <a16:creationId xmlns:a16="http://schemas.microsoft.com/office/drawing/2014/main" id="{36C0762A-AD78-5B0E-1EB0-1D57D67806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06B7432-F991-8FD9-A89C-CEA689AC40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EADB77-097E-4C06-97C1-910A2C192373}" type="slidenum">
              <a:rPr lang="en-US" smtClean="0"/>
              <a:t>‹#›</a:t>
            </a:fld>
            <a:endParaRPr lang="en-US"/>
          </a:p>
        </p:txBody>
      </p:sp>
    </p:spTree>
    <p:extLst>
      <p:ext uri="{BB962C8B-B14F-4D97-AF65-F5344CB8AC3E}">
        <p14:creationId xmlns:p14="http://schemas.microsoft.com/office/powerpoint/2010/main" val="1406249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2A971-26F9-AD68-BB7B-1C11891EBBA3}"/>
            </a:ext>
          </a:extLst>
        </p:cNvPr>
        <p:cNvGrpSpPr/>
        <p:nvPr/>
      </p:nvGrpSpPr>
      <p:grpSpPr>
        <a:xfrm>
          <a:off x="0" y="0"/>
          <a:ext cx="0" cy="0"/>
          <a:chOff x="0" y="0"/>
          <a:chExt cx="0" cy="0"/>
        </a:xfrm>
      </p:grpSpPr>
      <p:sp>
        <p:nvSpPr>
          <p:cNvPr id="15" name="Text Placeholder 9">
            <a:extLst>
              <a:ext uri="{FF2B5EF4-FFF2-40B4-BE49-F238E27FC236}">
                <a16:creationId xmlns:a16="http://schemas.microsoft.com/office/drawing/2014/main" id="{75BB0C8B-B3DB-7869-3179-E12ABC7173A5}"/>
              </a:ext>
            </a:extLst>
          </p:cNvPr>
          <p:cNvSpPr>
            <a:spLocks noGrp="1"/>
          </p:cNvSpPr>
          <p:nvPr/>
        </p:nvSpPr>
        <p:spPr>
          <a:xfrm>
            <a:off x="1" y="328303"/>
            <a:ext cx="12192000" cy="547662"/>
          </a:xfrm>
          <a:prstGeom prst="rect">
            <a:avLst/>
          </a:prstGeom>
        </p:spPr>
        <p:txBody>
          <a:bodyPr vert="horz" lIns="91440" tIns="45720" rIns="91440" bIns="45720" rtlCol="0" anchor="t">
            <a:no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de-DE" sz="1050" b="0" i="0" u="none" strike="noStrike" kern="1200" cap="none" spc="0" normalizeH="0" baseline="0" noProof="0">
                <a:ln>
                  <a:noFill/>
                </a:ln>
                <a:solidFill>
                  <a:srgbClr val="000000"/>
                </a:solidFill>
                <a:effectLst/>
                <a:uLnTx/>
                <a:uFillTx/>
                <a:latin typeface="Segoe UI Light" panose="020B0502040204020203" pitchFamily="34" charset="0"/>
                <a:ea typeface="Segoe UI" panose="020B0502040204020203" pitchFamily="34" charset="0"/>
                <a:cs typeface="Segoe UI Light"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400" dirty="0"/>
              <a:t>ABSICHERUNG MEB</a:t>
            </a:r>
          </a:p>
        </p:txBody>
      </p:sp>
      <p:grpSp>
        <p:nvGrpSpPr>
          <p:cNvPr id="21" name="Group 4">
            <a:extLst>
              <a:ext uri="{FF2B5EF4-FFF2-40B4-BE49-F238E27FC236}">
                <a16:creationId xmlns:a16="http://schemas.microsoft.com/office/drawing/2014/main" id="{A5CA5E01-11A2-7223-DC12-5E0BBDC62FFC}"/>
              </a:ext>
            </a:extLst>
          </p:cNvPr>
          <p:cNvGrpSpPr/>
          <p:nvPr/>
        </p:nvGrpSpPr>
        <p:grpSpPr>
          <a:xfrm>
            <a:off x="3934781" y="1710033"/>
            <a:ext cx="4322437" cy="3990444"/>
            <a:chOff x="4059564" y="1599589"/>
            <a:chExt cx="4322437" cy="3990444"/>
          </a:xfrm>
        </p:grpSpPr>
        <p:grpSp>
          <p:nvGrpSpPr>
            <p:cNvPr id="22" name="Group 1">
              <a:extLst>
                <a:ext uri="{FF2B5EF4-FFF2-40B4-BE49-F238E27FC236}">
                  <a16:creationId xmlns:a16="http://schemas.microsoft.com/office/drawing/2014/main" id="{A034F937-96E2-0D56-BD34-13AA4463FCFB}"/>
                </a:ext>
              </a:extLst>
            </p:cNvPr>
            <p:cNvGrpSpPr/>
            <p:nvPr/>
          </p:nvGrpSpPr>
          <p:grpSpPr>
            <a:xfrm>
              <a:off x="4187825" y="1599589"/>
              <a:ext cx="4194176" cy="3990444"/>
              <a:chOff x="4187825" y="1599589"/>
              <a:chExt cx="4194176" cy="3990444"/>
            </a:xfrm>
          </p:grpSpPr>
          <p:sp>
            <p:nvSpPr>
              <p:cNvPr id="30" name="Freeform: Shape 39">
                <a:extLst>
                  <a:ext uri="{FF2B5EF4-FFF2-40B4-BE49-F238E27FC236}">
                    <a16:creationId xmlns:a16="http://schemas.microsoft.com/office/drawing/2014/main" id="{DC0C7859-ECA0-8F8D-A92D-865E52A90A34}"/>
                  </a:ext>
                </a:extLst>
              </p:cNvPr>
              <p:cNvSpPr/>
              <p:nvPr/>
            </p:nvSpPr>
            <p:spPr bwMode="auto">
              <a:xfrm>
                <a:off x="4818538" y="1691796"/>
                <a:ext cx="2685955" cy="3637971"/>
              </a:xfrm>
              <a:custGeom>
                <a:avLst/>
                <a:gdLst>
                  <a:gd name="connsiteX0" fmla="*/ 632151 w 2685955"/>
                  <a:gd name="connsiteY0" fmla="*/ 25 h 3637971"/>
                  <a:gd name="connsiteX1" fmla="*/ 1266958 w 2685955"/>
                  <a:gd name="connsiteY1" fmla="*/ 230744 h 3637971"/>
                  <a:gd name="connsiteX2" fmla="*/ 2681902 w 2685955"/>
                  <a:gd name="connsiteY2" fmla="*/ 2679364 h 3637971"/>
                  <a:gd name="connsiteX3" fmla="*/ 2579033 w 2685955"/>
                  <a:gd name="connsiteY3" fmla="*/ 3317039 h 3637971"/>
                  <a:gd name="connsiteX4" fmla="*/ 2577132 w 2685955"/>
                  <a:gd name="connsiteY4" fmla="*/ 3315642 h 3637971"/>
                  <a:gd name="connsiteX5" fmla="*/ 2575716 w 2685955"/>
                  <a:gd name="connsiteY5" fmla="*/ 3308625 h 3637971"/>
                  <a:gd name="connsiteX6" fmla="*/ 2549333 w 2685955"/>
                  <a:gd name="connsiteY6" fmla="*/ 3269494 h 3637971"/>
                  <a:gd name="connsiteX7" fmla="*/ 2515815 w 2685955"/>
                  <a:gd name="connsiteY7" fmla="*/ 3246896 h 3637971"/>
                  <a:gd name="connsiteX8" fmla="*/ 2554083 w 2685955"/>
                  <a:gd name="connsiteY8" fmla="*/ 3147946 h 3637971"/>
                  <a:gd name="connsiteX9" fmla="*/ 2594961 w 2685955"/>
                  <a:gd name="connsiteY9" fmla="*/ 2684667 h 3637971"/>
                  <a:gd name="connsiteX10" fmla="*/ 1218510 w 2685955"/>
                  <a:gd name="connsiteY10" fmla="*/ 302997 h 3637971"/>
                  <a:gd name="connsiteX11" fmla="*/ 90935 w 2685955"/>
                  <a:gd name="connsiteY11" fmla="*/ 953266 h 3637971"/>
                  <a:gd name="connsiteX12" fmla="*/ 1467386 w 2685955"/>
                  <a:gd name="connsiteY12" fmla="*/ 3334936 h 3637971"/>
                  <a:gd name="connsiteX13" fmla="*/ 1922083 w 2685955"/>
                  <a:gd name="connsiteY13" fmla="*/ 3538052 h 3637971"/>
                  <a:gd name="connsiteX14" fmla="*/ 2044483 w 2685955"/>
                  <a:gd name="connsiteY14" fmla="*/ 3550701 h 3637971"/>
                  <a:gd name="connsiteX15" fmla="*/ 2046743 w 2685955"/>
                  <a:gd name="connsiteY15" fmla="*/ 3573114 h 3637971"/>
                  <a:gd name="connsiteX16" fmla="*/ 2058907 w 2685955"/>
                  <a:gd name="connsiteY16" fmla="*/ 3612301 h 3637971"/>
                  <a:gd name="connsiteX17" fmla="*/ 2068471 w 2685955"/>
                  <a:gd name="connsiteY17" fmla="*/ 3626487 h 3637971"/>
                  <a:gd name="connsiteX18" fmla="*/ 2070662 w 2685955"/>
                  <a:gd name="connsiteY18" fmla="*/ 3637865 h 3637971"/>
                  <a:gd name="connsiteX19" fmla="*/ 1418938 w 2685955"/>
                  <a:gd name="connsiteY19" fmla="*/ 3407188 h 3637971"/>
                  <a:gd name="connsiteX20" fmla="*/ 3995 w 2685955"/>
                  <a:gd name="connsiteY20" fmla="*/ 959232 h 3637971"/>
                  <a:gd name="connsiteX21" fmla="*/ 632151 w 2685955"/>
                  <a:gd name="connsiteY21" fmla="*/ 25 h 363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85955" h="3637971">
                    <a:moveTo>
                      <a:pt x="632151" y="25"/>
                    </a:moveTo>
                    <a:cubicBezTo>
                      <a:pt x="817737" y="1577"/>
                      <a:pt x="1034052" y="75800"/>
                      <a:pt x="1266958" y="230744"/>
                    </a:cubicBezTo>
                    <a:cubicBezTo>
                      <a:pt x="1993676" y="715298"/>
                      <a:pt x="2625490" y="1808360"/>
                      <a:pt x="2681902" y="2679364"/>
                    </a:cubicBezTo>
                    <a:cubicBezTo>
                      <a:pt x="2699157" y="2943183"/>
                      <a:pt x="2660664" y="3158614"/>
                      <a:pt x="2579033" y="3317039"/>
                    </a:cubicBezTo>
                    <a:lnTo>
                      <a:pt x="2577132" y="3315642"/>
                    </a:lnTo>
                    <a:lnTo>
                      <a:pt x="2575716" y="3308625"/>
                    </a:lnTo>
                    <a:cubicBezTo>
                      <a:pt x="2569486" y="3293897"/>
                      <a:pt x="2560472" y="3280634"/>
                      <a:pt x="2549333" y="3269494"/>
                    </a:cubicBezTo>
                    <a:lnTo>
                      <a:pt x="2515815" y="3246896"/>
                    </a:lnTo>
                    <a:lnTo>
                      <a:pt x="2554083" y="3147946"/>
                    </a:lnTo>
                    <a:cubicBezTo>
                      <a:pt x="2591975" y="3021112"/>
                      <a:pt x="2606907" y="2866126"/>
                      <a:pt x="2594961" y="2684667"/>
                    </a:cubicBezTo>
                    <a:cubicBezTo>
                      <a:pt x="2540540" y="1840841"/>
                      <a:pt x="1922664" y="772304"/>
                      <a:pt x="1218510" y="302997"/>
                    </a:cubicBezTo>
                    <a:cubicBezTo>
                      <a:pt x="532939" y="-153717"/>
                      <a:pt x="37842" y="132640"/>
                      <a:pt x="90935" y="953266"/>
                    </a:cubicBezTo>
                    <a:cubicBezTo>
                      <a:pt x="145356" y="1797092"/>
                      <a:pt x="763233" y="2866291"/>
                      <a:pt x="1467386" y="3334936"/>
                    </a:cubicBezTo>
                    <a:cubicBezTo>
                      <a:pt x="1631644" y="3444309"/>
                      <a:pt x="1784703" y="3511175"/>
                      <a:pt x="1922083" y="3538052"/>
                    </a:cubicBezTo>
                    <a:lnTo>
                      <a:pt x="2044483" y="3550701"/>
                    </a:lnTo>
                    <a:lnTo>
                      <a:pt x="2046743" y="3573114"/>
                    </a:lnTo>
                    <a:cubicBezTo>
                      <a:pt x="2049523" y="3586704"/>
                      <a:pt x="2053625" y="3599813"/>
                      <a:pt x="2058907" y="3612301"/>
                    </a:cubicBezTo>
                    <a:lnTo>
                      <a:pt x="2068471" y="3626487"/>
                    </a:lnTo>
                    <a:lnTo>
                      <a:pt x="2070662" y="3637865"/>
                    </a:lnTo>
                    <a:cubicBezTo>
                      <a:pt x="1881516" y="3641179"/>
                      <a:pt x="1659187" y="3566938"/>
                      <a:pt x="1418938" y="3407188"/>
                    </a:cubicBezTo>
                    <a:cubicBezTo>
                      <a:pt x="692220" y="2923298"/>
                      <a:pt x="60406" y="1829572"/>
                      <a:pt x="3995" y="959232"/>
                    </a:cubicBezTo>
                    <a:cubicBezTo>
                      <a:pt x="-35701" y="344923"/>
                      <a:pt x="223861" y="-3389"/>
                      <a:pt x="632151" y="25"/>
                    </a:cubicBezTo>
                    <a:close/>
                  </a:path>
                </a:pathLst>
              </a:custGeom>
              <a:solidFill>
                <a:schemeClr val="accent3"/>
              </a:solidFill>
              <a:ln>
                <a:noFill/>
              </a:ln>
              <a:effectLst>
                <a:outerShdw blurRad="38100" dist="12700" dir="5400000" algn="ctr" rotWithShape="0">
                  <a:srgbClr val="000000">
                    <a:alpha val="15000"/>
                  </a:srgbClr>
                </a:outerShdw>
              </a:effec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31" name="Freeform 6">
                <a:extLst>
                  <a:ext uri="{FF2B5EF4-FFF2-40B4-BE49-F238E27FC236}">
                    <a16:creationId xmlns:a16="http://schemas.microsoft.com/office/drawing/2014/main" id="{C8A1163A-C311-9C23-B4B0-E13EE8ED2081}"/>
                  </a:ext>
                </a:extLst>
              </p:cNvPr>
              <p:cNvSpPr/>
              <p:nvPr/>
            </p:nvSpPr>
            <p:spPr bwMode="auto">
              <a:xfrm>
                <a:off x="4769555" y="1599589"/>
                <a:ext cx="2741958" cy="3990444"/>
              </a:xfrm>
              <a:custGeom>
                <a:avLst/>
                <a:gdLst>
                  <a:gd name="T0" fmla="*/ 3989 w 4131"/>
                  <a:gd name="T1" fmla="*/ 1192 h 6020"/>
                  <a:gd name="T2" fmla="*/ 3991 w 4131"/>
                  <a:gd name="T3" fmla="*/ 1570 h 6020"/>
                  <a:gd name="T4" fmla="*/ 1917 w 4131"/>
                  <a:gd name="T5" fmla="*/ 5163 h 6020"/>
                  <a:gd name="T6" fmla="*/ 218 w 4131"/>
                  <a:gd name="T7" fmla="*/ 4182 h 6020"/>
                  <a:gd name="T8" fmla="*/ 2292 w 4131"/>
                  <a:gd name="T9" fmla="*/ 589 h 6020"/>
                  <a:gd name="T10" fmla="*/ 3764 w 4131"/>
                  <a:gd name="T11" fmla="*/ 538 h 6020"/>
                  <a:gd name="T12" fmla="*/ 3881 w 4131"/>
                  <a:gd name="T13" fmla="*/ 478 h 6020"/>
                  <a:gd name="T14" fmla="*/ 2219 w 4131"/>
                  <a:gd name="T15" fmla="*/ 480 h 6020"/>
                  <a:gd name="T16" fmla="*/ 87 w 4131"/>
                  <a:gd name="T17" fmla="*/ 4174 h 6020"/>
                  <a:gd name="T18" fmla="*/ 1990 w 4131"/>
                  <a:gd name="T19" fmla="*/ 5272 h 6020"/>
                  <a:gd name="T20" fmla="*/ 4122 w 4131"/>
                  <a:gd name="T21" fmla="*/ 1579 h 6020"/>
                  <a:gd name="T22" fmla="*/ 4117 w 4131"/>
                  <a:gd name="T23" fmla="*/ 1168 h 6020"/>
                  <a:gd name="T24" fmla="*/ 3989 w 4131"/>
                  <a:gd name="T25" fmla="*/ 1192 h 6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31" h="6020">
                    <a:moveTo>
                      <a:pt x="3989" y="1192"/>
                    </a:moveTo>
                    <a:cubicBezTo>
                      <a:pt x="3999" y="1308"/>
                      <a:pt x="4000" y="1434"/>
                      <a:pt x="3991" y="1570"/>
                    </a:cubicBezTo>
                    <a:cubicBezTo>
                      <a:pt x="3909" y="2843"/>
                      <a:pt x="2978" y="4456"/>
                      <a:pt x="1917" y="5163"/>
                    </a:cubicBezTo>
                    <a:cubicBezTo>
                      <a:pt x="885" y="5852"/>
                      <a:pt x="138" y="5420"/>
                      <a:pt x="218" y="4182"/>
                    </a:cubicBezTo>
                    <a:cubicBezTo>
                      <a:pt x="300" y="2909"/>
                      <a:pt x="1231" y="1297"/>
                      <a:pt x="2292" y="589"/>
                    </a:cubicBezTo>
                    <a:cubicBezTo>
                      <a:pt x="2939" y="157"/>
                      <a:pt x="3475" y="166"/>
                      <a:pt x="3764" y="538"/>
                    </a:cubicBezTo>
                    <a:cubicBezTo>
                      <a:pt x="3799" y="511"/>
                      <a:pt x="3838" y="491"/>
                      <a:pt x="3881" y="478"/>
                    </a:cubicBezTo>
                    <a:cubicBezTo>
                      <a:pt x="3556" y="35"/>
                      <a:pt x="2940" y="0"/>
                      <a:pt x="2219" y="480"/>
                    </a:cubicBezTo>
                    <a:cubicBezTo>
                      <a:pt x="1124" y="1210"/>
                      <a:pt x="172" y="2860"/>
                      <a:pt x="87" y="4174"/>
                    </a:cubicBezTo>
                    <a:cubicBezTo>
                      <a:pt x="0" y="5520"/>
                      <a:pt x="868" y="6020"/>
                      <a:pt x="1990" y="5272"/>
                    </a:cubicBezTo>
                    <a:cubicBezTo>
                      <a:pt x="3085" y="4542"/>
                      <a:pt x="4037" y="2892"/>
                      <a:pt x="4122" y="1579"/>
                    </a:cubicBezTo>
                    <a:cubicBezTo>
                      <a:pt x="4131" y="1431"/>
                      <a:pt x="4130" y="1294"/>
                      <a:pt x="4117" y="1168"/>
                    </a:cubicBezTo>
                    <a:cubicBezTo>
                      <a:pt x="4077" y="1183"/>
                      <a:pt x="4034" y="1192"/>
                      <a:pt x="3989" y="1192"/>
                    </a:cubicBezTo>
                    <a:close/>
                  </a:path>
                </a:pathLst>
              </a:custGeom>
              <a:solidFill>
                <a:schemeClr val="bg2"/>
              </a:solidFill>
              <a:ln>
                <a:noFill/>
              </a:ln>
              <a:effectLst>
                <a:outerShdw blurRad="38100" dist="12700" dir="5400000" algn="ctr" rotWithShape="0">
                  <a:srgbClr val="000000">
                    <a:alpha val="15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32" name="Freeform 7">
                <a:extLst>
                  <a:ext uri="{FF2B5EF4-FFF2-40B4-BE49-F238E27FC236}">
                    <a16:creationId xmlns:a16="http://schemas.microsoft.com/office/drawing/2014/main" id="{3FB6F353-4382-9002-14B5-CD325C535593}"/>
                  </a:ext>
                </a:extLst>
              </p:cNvPr>
              <p:cNvSpPr/>
              <p:nvPr/>
            </p:nvSpPr>
            <p:spPr bwMode="auto">
              <a:xfrm>
                <a:off x="4187825" y="2390943"/>
                <a:ext cx="4194176" cy="2230103"/>
              </a:xfrm>
              <a:custGeom>
                <a:avLst/>
                <a:gdLst>
                  <a:gd name="T0" fmla="*/ 5114 w 6320"/>
                  <a:gd name="T1" fmla="*/ 584 h 3364"/>
                  <a:gd name="T2" fmla="*/ 849 w 6320"/>
                  <a:gd name="T3" fmla="*/ 584 h 3364"/>
                  <a:gd name="T4" fmla="*/ 0 w 6320"/>
                  <a:gd name="T5" fmla="*/ 1386 h 3364"/>
                  <a:gd name="T6" fmla="*/ 7 w 6320"/>
                  <a:gd name="T7" fmla="*/ 1386 h 3364"/>
                  <a:gd name="T8" fmla="*/ 130 w 6320"/>
                  <a:gd name="T9" fmla="*/ 1413 h 3364"/>
                  <a:gd name="T10" fmla="*/ 907 w 6320"/>
                  <a:gd name="T11" fmla="*/ 701 h 3364"/>
                  <a:gd name="T12" fmla="*/ 5056 w 6320"/>
                  <a:gd name="T13" fmla="*/ 701 h 3364"/>
                  <a:gd name="T14" fmla="*/ 5056 w 6320"/>
                  <a:gd name="T15" fmla="*/ 2663 h 3364"/>
                  <a:gd name="T16" fmla="*/ 907 w 6320"/>
                  <a:gd name="T17" fmla="*/ 2663 h 3364"/>
                  <a:gd name="T18" fmla="*/ 130 w 6320"/>
                  <a:gd name="T19" fmla="*/ 1951 h 3364"/>
                  <a:gd name="T20" fmla="*/ 7 w 6320"/>
                  <a:gd name="T21" fmla="*/ 1978 h 3364"/>
                  <a:gd name="T22" fmla="*/ 0 w 6320"/>
                  <a:gd name="T23" fmla="*/ 1978 h 3364"/>
                  <a:gd name="T24" fmla="*/ 849 w 6320"/>
                  <a:gd name="T25" fmla="*/ 2781 h 3364"/>
                  <a:gd name="T26" fmla="*/ 5114 w 6320"/>
                  <a:gd name="T27" fmla="*/ 2781 h 3364"/>
                  <a:gd name="T28" fmla="*/ 5114 w 6320"/>
                  <a:gd name="T29" fmla="*/ 584 h 3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20" h="3364">
                    <a:moveTo>
                      <a:pt x="5114" y="584"/>
                    </a:moveTo>
                    <a:cubicBezTo>
                      <a:pt x="3934" y="0"/>
                      <a:pt x="2029" y="0"/>
                      <a:pt x="849" y="584"/>
                    </a:cubicBezTo>
                    <a:cubicBezTo>
                      <a:pt x="395" y="808"/>
                      <a:pt x="112" y="1090"/>
                      <a:pt x="0" y="1386"/>
                    </a:cubicBezTo>
                    <a:cubicBezTo>
                      <a:pt x="3" y="1386"/>
                      <a:pt x="5" y="1386"/>
                      <a:pt x="7" y="1386"/>
                    </a:cubicBezTo>
                    <a:cubicBezTo>
                      <a:pt x="51" y="1386"/>
                      <a:pt x="93" y="1396"/>
                      <a:pt x="130" y="1413"/>
                    </a:cubicBezTo>
                    <a:cubicBezTo>
                      <a:pt x="236" y="1153"/>
                      <a:pt x="494" y="905"/>
                      <a:pt x="907" y="701"/>
                    </a:cubicBezTo>
                    <a:cubicBezTo>
                      <a:pt x="2051" y="135"/>
                      <a:pt x="3912" y="135"/>
                      <a:pt x="5056" y="701"/>
                    </a:cubicBezTo>
                    <a:cubicBezTo>
                      <a:pt x="6163" y="1248"/>
                      <a:pt x="6163" y="2116"/>
                      <a:pt x="5056" y="2663"/>
                    </a:cubicBezTo>
                    <a:cubicBezTo>
                      <a:pt x="3912" y="3229"/>
                      <a:pt x="2051" y="3229"/>
                      <a:pt x="907" y="2663"/>
                    </a:cubicBezTo>
                    <a:cubicBezTo>
                      <a:pt x="494" y="2459"/>
                      <a:pt x="236" y="2211"/>
                      <a:pt x="130" y="1951"/>
                    </a:cubicBezTo>
                    <a:cubicBezTo>
                      <a:pt x="93" y="1968"/>
                      <a:pt x="51" y="1978"/>
                      <a:pt x="7" y="1978"/>
                    </a:cubicBezTo>
                    <a:cubicBezTo>
                      <a:pt x="5" y="1978"/>
                      <a:pt x="3" y="1978"/>
                      <a:pt x="0" y="1978"/>
                    </a:cubicBezTo>
                    <a:cubicBezTo>
                      <a:pt x="112" y="2274"/>
                      <a:pt x="395" y="2556"/>
                      <a:pt x="849" y="2781"/>
                    </a:cubicBezTo>
                    <a:cubicBezTo>
                      <a:pt x="2029" y="3364"/>
                      <a:pt x="3934" y="3364"/>
                      <a:pt x="5114" y="2781"/>
                    </a:cubicBezTo>
                    <a:cubicBezTo>
                      <a:pt x="6320" y="2184"/>
                      <a:pt x="6320" y="1180"/>
                      <a:pt x="5114" y="584"/>
                    </a:cubicBezTo>
                    <a:close/>
                  </a:path>
                </a:pathLst>
              </a:custGeom>
              <a:solidFill>
                <a:schemeClr val="accent1"/>
              </a:solidFill>
              <a:ln>
                <a:noFill/>
              </a:ln>
              <a:effectLst>
                <a:outerShdw blurRad="38100" dist="12700" dir="5400000" algn="ctr" rotWithShape="0">
                  <a:srgbClr val="000000">
                    <a:alpha val="15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1A"/>
                  </a:solidFill>
                  <a:effectLst/>
                  <a:uLnTx/>
                  <a:uFillTx/>
                  <a:latin typeface="Aptos" panose="02110004020202020204"/>
                  <a:ea typeface="+mn-ea"/>
                  <a:cs typeface="+mn-cs"/>
                </a:endParaRPr>
              </a:p>
            </p:txBody>
          </p:sp>
        </p:grpSp>
        <p:sp>
          <p:nvSpPr>
            <p:cNvPr id="23" name="Oval 22">
              <a:extLst>
                <a:ext uri="{FF2B5EF4-FFF2-40B4-BE49-F238E27FC236}">
                  <a16:creationId xmlns:a16="http://schemas.microsoft.com/office/drawing/2014/main" id="{5FF23BD1-0846-2C7C-1DE0-C988ED272CBB}"/>
                </a:ext>
              </a:extLst>
            </p:cNvPr>
            <p:cNvSpPr/>
            <p:nvPr/>
          </p:nvSpPr>
          <p:spPr>
            <a:xfrm>
              <a:off x="7227263" y="1980423"/>
              <a:ext cx="345023" cy="345023"/>
            </a:xfrm>
            <a:prstGeom prst="ellipse">
              <a:avLst/>
            </a:prstGeom>
            <a:solidFill>
              <a:schemeClr val="bg1"/>
            </a:solidFill>
            <a:ln w="63500" cap="rnd" cmpd="sng">
              <a:solidFill>
                <a:schemeClr val="bg2"/>
              </a:solid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24" name="Oval 23">
              <a:extLst>
                <a:ext uri="{FF2B5EF4-FFF2-40B4-BE49-F238E27FC236}">
                  <a16:creationId xmlns:a16="http://schemas.microsoft.com/office/drawing/2014/main" id="{1E352EE3-89A6-45EF-0601-A8A9879C7D76}"/>
                </a:ext>
              </a:extLst>
            </p:cNvPr>
            <p:cNvSpPr/>
            <p:nvPr/>
          </p:nvSpPr>
          <p:spPr>
            <a:xfrm flipV="1">
              <a:off x="7085015" y="5060616"/>
              <a:ext cx="180978" cy="180978"/>
            </a:xfrm>
            <a:prstGeom prst="ellipse">
              <a:avLst/>
            </a:prstGeom>
            <a:solidFill>
              <a:schemeClr val="accent4"/>
            </a:solidFill>
            <a:ln w="63500" cap="rnd" cmpd="sng">
              <a:no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25" name="Oval 24">
              <a:extLst>
                <a:ext uri="{FF2B5EF4-FFF2-40B4-BE49-F238E27FC236}">
                  <a16:creationId xmlns:a16="http://schemas.microsoft.com/office/drawing/2014/main" id="{F59D6D57-5F7C-7EE1-20B4-029E575EA649}"/>
                </a:ext>
              </a:extLst>
            </p:cNvPr>
            <p:cNvSpPr/>
            <p:nvPr/>
          </p:nvSpPr>
          <p:spPr>
            <a:xfrm flipV="1">
              <a:off x="7309285" y="2059270"/>
              <a:ext cx="180978" cy="180978"/>
            </a:xfrm>
            <a:prstGeom prst="ellipse">
              <a:avLst/>
            </a:prstGeom>
            <a:solidFill>
              <a:schemeClr val="bg2"/>
            </a:solidFill>
            <a:ln w="63500" cap="rnd" cmpd="sng">
              <a:no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26" name="Oval 25">
              <a:extLst>
                <a:ext uri="{FF2B5EF4-FFF2-40B4-BE49-F238E27FC236}">
                  <a16:creationId xmlns:a16="http://schemas.microsoft.com/office/drawing/2014/main" id="{F48E12EE-F9ED-68B9-9983-E1E24615FCCD}"/>
                </a:ext>
              </a:extLst>
            </p:cNvPr>
            <p:cNvSpPr/>
            <p:nvPr/>
          </p:nvSpPr>
          <p:spPr>
            <a:xfrm>
              <a:off x="6918011" y="4937674"/>
              <a:ext cx="469393" cy="469393"/>
            </a:xfrm>
            <a:prstGeom prst="ellipse">
              <a:avLst/>
            </a:prstGeom>
            <a:solidFill>
              <a:schemeClr val="bg1"/>
            </a:solidFill>
            <a:ln w="63500" cap="rnd" cmpd="sng">
              <a:solidFill>
                <a:schemeClr val="accent3"/>
              </a:solid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27" name="Oval 26">
              <a:extLst>
                <a:ext uri="{FF2B5EF4-FFF2-40B4-BE49-F238E27FC236}">
                  <a16:creationId xmlns:a16="http://schemas.microsoft.com/office/drawing/2014/main" id="{61465406-9E53-1760-E206-4C4FB994F33E}"/>
                </a:ext>
              </a:extLst>
            </p:cNvPr>
            <p:cNvSpPr/>
            <p:nvPr/>
          </p:nvSpPr>
          <p:spPr>
            <a:xfrm flipV="1">
              <a:off x="7031981" y="5051001"/>
              <a:ext cx="246214" cy="246214"/>
            </a:xfrm>
            <a:prstGeom prst="ellipse">
              <a:avLst/>
            </a:prstGeom>
            <a:solidFill>
              <a:schemeClr val="accent3"/>
            </a:solidFill>
            <a:ln w="63500" cap="rnd" cmpd="sng">
              <a:no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28" name="Oval 27">
              <a:extLst>
                <a:ext uri="{FF2B5EF4-FFF2-40B4-BE49-F238E27FC236}">
                  <a16:creationId xmlns:a16="http://schemas.microsoft.com/office/drawing/2014/main" id="{2CA2C827-8139-D343-D6D8-960ABAEBB6BD}"/>
                </a:ext>
              </a:extLst>
            </p:cNvPr>
            <p:cNvSpPr/>
            <p:nvPr/>
          </p:nvSpPr>
          <p:spPr>
            <a:xfrm>
              <a:off x="4059564" y="3376480"/>
              <a:ext cx="256519" cy="256517"/>
            </a:xfrm>
            <a:prstGeom prst="ellipse">
              <a:avLst/>
            </a:prstGeom>
            <a:solidFill>
              <a:schemeClr val="bg1"/>
            </a:solidFill>
            <a:ln w="63500" cap="rnd" cmpd="sng">
              <a:solidFill>
                <a:schemeClr val="accent1"/>
              </a:solid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29" name="Oval 28">
              <a:extLst>
                <a:ext uri="{FF2B5EF4-FFF2-40B4-BE49-F238E27FC236}">
                  <a16:creationId xmlns:a16="http://schemas.microsoft.com/office/drawing/2014/main" id="{9F9F1124-6287-1AAD-A63E-EBCC67A5715F}"/>
                </a:ext>
              </a:extLst>
            </p:cNvPr>
            <p:cNvSpPr/>
            <p:nvPr/>
          </p:nvSpPr>
          <p:spPr>
            <a:xfrm flipV="1">
              <a:off x="4119883" y="3436538"/>
              <a:ext cx="134554" cy="134554"/>
            </a:xfrm>
            <a:prstGeom prst="ellipse">
              <a:avLst/>
            </a:prstGeom>
            <a:solidFill>
              <a:schemeClr val="accent1"/>
            </a:solidFill>
            <a:ln w="63500" cap="rnd" cmpd="sng">
              <a:no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grpSp>
      <p:sp>
        <p:nvSpPr>
          <p:cNvPr id="35" name="Oval 34">
            <a:extLst>
              <a:ext uri="{FF2B5EF4-FFF2-40B4-BE49-F238E27FC236}">
                <a16:creationId xmlns:a16="http://schemas.microsoft.com/office/drawing/2014/main" id="{18256188-F166-92F0-EA75-FDBEF74174D5}"/>
              </a:ext>
            </a:extLst>
          </p:cNvPr>
          <p:cNvSpPr/>
          <p:nvPr/>
        </p:nvSpPr>
        <p:spPr>
          <a:xfrm>
            <a:off x="4866460" y="5151142"/>
            <a:ext cx="256519" cy="256517"/>
          </a:xfrm>
          <a:prstGeom prst="ellipse">
            <a:avLst/>
          </a:prstGeom>
          <a:solidFill>
            <a:schemeClr val="bg1"/>
          </a:solidFill>
          <a:ln w="63500" cap="rnd" cmpd="sng">
            <a:solidFill>
              <a:schemeClr val="bg2"/>
            </a:solid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36" name="Oval 35">
            <a:extLst>
              <a:ext uri="{FF2B5EF4-FFF2-40B4-BE49-F238E27FC236}">
                <a16:creationId xmlns:a16="http://schemas.microsoft.com/office/drawing/2014/main" id="{FF9112B5-060D-E2EF-9C91-259B2AE5E0AC}"/>
              </a:ext>
            </a:extLst>
          </p:cNvPr>
          <p:cNvSpPr/>
          <p:nvPr/>
        </p:nvSpPr>
        <p:spPr>
          <a:xfrm flipV="1">
            <a:off x="4927442" y="5212123"/>
            <a:ext cx="134554" cy="134554"/>
          </a:xfrm>
          <a:prstGeom prst="ellipse">
            <a:avLst/>
          </a:prstGeom>
          <a:solidFill>
            <a:schemeClr val="bg2"/>
          </a:solidFill>
          <a:ln w="63500" cap="rnd" cmpd="sng">
            <a:no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cxnSp>
        <p:nvCxnSpPr>
          <p:cNvPr id="40" name="Connector: Elbow 10">
            <a:extLst>
              <a:ext uri="{FF2B5EF4-FFF2-40B4-BE49-F238E27FC236}">
                <a16:creationId xmlns:a16="http://schemas.microsoft.com/office/drawing/2014/main" id="{3A2F6602-BD8B-4762-C2DE-02EC2B8151CB}"/>
              </a:ext>
            </a:extLst>
          </p:cNvPr>
          <p:cNvCxnSpPr>
            <a:cxnSpLocks/>
          </p:cNvCxnSpPr>
          <p:nvPr/>
        </p:nvCxnSpPr>
        <p:spPr>
          <a:xfrm flipH="1">
            <a:off x="7611812" y="1366981"/>
            <a:ext cx="1236914" cy="843036"/>
          </a:xfrm>
          <a:prstGeom prst="bentConnector3">
            <a:avLst>
              <a:gd name="adj1" fmla="val 50000"/>
            </a:avLst>
          </a:prstGeom>
          <a:ln>
            <a:solidFill>
              <a:schemeClr val="bg2"/>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41" name="Connector: Elbow 15">
            <a:extLst>
              <a:ext uri="{FF2B5EF4-FFF2-40B4-BE49-F238E27FC236}">
                <a16:creationId xmlns:a16="http://schemas.microsoft.com/office/drawing/2014/main" id="{478D459D-FAE8-5D36-9F59-86A126D1F4B2}"/>
              </a:ext>
            </a:extLst>
          </p:cNvPr>
          <p:cNvCxnSpPr>
            <a:cxnSpLocks/>
            <a:stCxn id="9" idx="1"/>
          </p:cNvCxnSpPr>
          <p:nvPr/>
        </p:nvCxnSpPr>
        <p:spPr>
          <a:xfrm rot="10800000" flipV="1">
            <a:off x="7376952" y="3825794"/>
            <a:ext cx="1511818" cy="1406888"/>
          </a:xfrm>
          <a:prstGeom prst="bentConnector3">
            <a:avLst>
              <a:gd name="adj1" fmla="val 50000"/>
            </a:avLst>
          </a:prstGeom>
          <a:ln>
            <a:solidFill>
              <a:schemeClr val="accent3"/>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 name="TextBox 10">
            <a:extLst>
              <a:ext uri="{FF2B5EF4-FFF2-40B4-BE49-F238E27FC236}">
                <a16:creationId xmlns:a16="http://schemas.microsoft.com/office/drawing/2014/main" id="{68D1C0B4-9C0D-6A9F-AEEB-029495C362E0}"/>
              </a:ext>
            </a:extLst>
          </p:cNvPr>
          <p:cNvSpPr txBox="1"/>
          <p:nvPr/>
        </p:nvSpPr>
        <p:spPr>
          <a:xfrm>
            <a:off x="175312" y="295236"/>
            <a:ext cx="2045125" cy="276999"/>
          </a:xfrm>
          <a:prstGeom prst="rect">
            <a:avLst/>
          </a:prstGeom>
          <a:noFill/>
        </p:spPr>
        <p:txBody>
          <a:bodyPr wrap="squar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dirty="0">
                <a:solidFill>
                  <a:schemeClr val="bg2">
                    <a:alpha val="50000"/>
                  </a:schemeClr>
                </a:solidFill>
                <a:latin typeface="Segoe UI Light" panose="020B0502040204020203" pitchFamily="34" charset="0"/>
                <a:cs typeface="Segoe UI Light" panose="020B0502040204020203" pitchFamily="34" charset="0"/>
              </a:rPr>
              <a:t>INDUSTRIAL PROJECT</a:t>
            </a:r>
          </a:p>
        </p:txBody>
      </p:sp>
      <p:sp>
        <p:nvSpPr>
          <p:cNvPr id="8" name="Text Placeholder 3">
            <a:extLst>
              <a:ext uri="{FF2B5EF4-FFF2-40B4-BE49-F238E27FC236}">
                <a16:creationId xmlns:a16="http://schemas.microsoft.com/office/drawing/2014/main" id="{5AC198C2-59B9-0092-53AA-FC3080855395}"/>
              </a:ext>
            </a:extLst>
          </p:cNvPr>
          <p:cNvSpPr>
            <a:spLocks noGrp="1"/>
          </p:cNvSpPr>
          <p:nvPr/>
        </p:nvSpPr>
        <p:spPr>
          <a:xfrm>
            <a:off x="9081161" y="1119759"/>
            <a:ext cx="2613320" cy="501397"/>
          </a:xfrm>
          <a:prstGeom prst="rect">
            <a:avLst/>
          </a:prstGeom>
        </p:spPr>
        <p:txBody>
          <a:bodyPr vert="horz" lIns="91440" tIns="45720" rIns="91440" bIns="45720" rtlCol="0">
            <a:normAutofit/>
          </a:bodyPr>
          <a:lstStyle>
            <a:lvl1pPr marL="0" marR="0" indent="0" algn="l" defTabSz="914400" rtl="0" eaLnBrk="1" fontAlgn="auto" latinLnBrk="0" hangingPunct="1">
              <a:lnSpc>
                <a:spcPct val="150000"/>
              </a:lnSpc>
              <a:spcBef>
                <a:spcPts val="600"/>
              </a:spcBef>
              <a:spcAft>
                <a:spcPts val="0"/>
              </a:spcAft>
              <a:buClrTx/>
              <a:buSzTx/>
              <a:buFont typeface="Arial" panose="020B0604020202020204" pitchFamily="34" charset="0"/>
              <a:buNone/>
              <a:tabLst/>
              <a:defRPr sz="2000" b="1" i="0" kern="1200" spc="0">
                <a:solidFill>
                  <a:schemeClr val="accent2"/>
                </a:solidFill>
                <a:latin typeface="Segoe UI Semibold" panose="020B0502040204020203" pitchFamily="34" charset="0"/>
                <a:ea typeface="Segoe UI Semibold" panose="020B0502040204020203" pitchFamily="34" charset="0"/>
                <a:cs typeface="Segoe UI Semibold"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solidFill>
                  <a:schemeClr val="bg2"/>
                </a:solidFill>
                <a:latin typeface="Segoe UI Light" panose="020B0502040204020203" pitchFamily="34" charset="0"/>
                <a:cs typeface="Segoe UI Light" panose="020B0502040204020203" pitchFamily="34" charset="0"/>
              </a:rPr>
              <a:t>Goal</a:t>
            </a:r>
          </a:p>
        </p:txBody>
      </p:sp>
      <p:sp>
        <p:nvSpPr>
          <p:cNvPr id="9" name="Text Placeholder 5">
            <a:extLst>
              <a:ext uri="{FF2B5EF4-FFF2-40B4-BE49-F238E27FC236}">
                <a16:creationId xmlns:a16="http://schemas.microsoft.com/office/drawing/2014/main" id="{129629A5-66EC-254A-EB92-F6870FCCC68E}"/>
              </a:ext>
            </a:extLst>
          </p:cNvPr>
          <p:cNvSpPr>
            <a:spLocks noGrp="1"/>
          </p:cNvSpPr>
          <p:nvPr/>
        </p:nvSpPr>
        <p:spPr>
          <a:xfrm>
            <a:off x="8888770" y="3565933"/>
            <a:ext cx="2616661" cy="519722"/>
          </a:xfrm>
          <a:prstGeom prst="rect">
            <a:avLst/>
          </a:prstGeom>
        </p:spPr>
        <p:txBody>
          <a:bodyPr vert="horz" lIns="91440" tIns="45720" rIns="91440" bIns="45720" rtlCol="0">
            <a:noAutofit/>
          </a:bodyPr>
          <a:lstStyle>
            <a:lvl1pPr marL="0" marR="0" indent="0" algn="l" defTabSz="914400" rtl="0" eaLnBrk="1" fontAlgn="auto" latinLnBrk="0" hangingPunct="1">
              <a:lnSpc>
                <a:spcPct val="150000"/>
              </a:lnSpc>
              <a:spcBef>
                <a:spcPts val="600"/>
              </a:spcBef>
              <a:spcAft>
                <a:spcPts val="0"/>
              </a:spcAft>
              <a:buClrTx/>
              <a:buSzTx/>
              <a:buFont typeface="Arial" panose="020B0604020202020204" pitchFamily="34" charset="0"/>
              <a:buNone/>
              <a:tabLst/>
              <a:defRPr sz="2000" b="1" i="0" kern="1200" spc="0">
                <a:solidFill>
                  <a:schemeClr val="accent4"/>
                </a:solidFill>
                <a:latin typeface="Segoe UI Semibold" panose="020B0502040204020203" pitchFamily="34" charset="0"/>
                <a:ea typeface="Segoe UI Semibold" panose="020B0502040204020203" pitchFamily="34" charset="0"/>
                <a:cs typeface="Segoe UI Semibold"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accent3"/>
                </a:solidFill>
                <a:latin typeface="Segoe UI Light" panose="020B0502040204020203" pitchFamily="34" charset="0"/>
                <a:cs typeface="Segoe UI Light" panose="020B0502040204020203" pitchFamily="34" charset="0"/>
              </a:rPr>
              <a:t>TWT-Contribution</a:t>
            </a:r>
          </a:p>
        </p:txBody>
      </p:sp>
      <p:sp>
        <p:nvSpPr>
          <p:cNvPr id="10" name="Text Placeholder 7">
            <a:extLst>
              <a:ext uri="{FF2B5EF4-FFF2-40B4-BE49-F238E27FC236}">
                <a16:creationId xmlns:a16="http://schemas.microsoft.com/office/drawing/2014/main" id="{F8F6422C-F2F5-8EEF-A913-351915E3B040}"/>
              </a:ext>
            </a:extLst>
          </p:cNvPr>
          <p:cNvSpPr>
            <a:spLocks noGrp="1"/>
          </p:cNvSpPr>
          <p:nvPr/>
        </p:nvSpPr>
        <p:spPr>
          <a:xfrm>
            <a:off x="409362" y="1116414"/>
            <a:ext cx="2068426" cy="519722"/>
          </a:xfrm>
          <a:prstGeom prst="rect">
            <a:avLst/>
          </a:prstGeom>
        </p:spPr>
        <p:txBody>
          <a:bodyPr vert="horz" lIns="91440" tIns="45720" rIns="91440" bIns="45720" rtlCol="0" anchor="t">
            <a:normAutofit/>
          </a:bodyPr>
          <a:lstStyle>
            <a:lvl1pPr marL="0" marR="0" indent="0" algn="l" defTabSz="914400" rtl="0" eaLnBrk="1" fontAlgn="auto" latinLnBrk="0" hangingPunct="1">
              <a:lnSpc>
                <a:spcPct val="150000"/>
              </a:lnSpc>
              <a:spcBef>
                <a:spcPts val="600"/>
              </a:spcBef>
              <a:spcAft>
                <a:spcPts val="0"/>
              </a:spcAft>
              <a:buClrTx/>
              <a:buSzTx/>
              <a:buFont typeface="Arial" panose="020B0604020202020204" pitchFamily="34" charset="0"/>
              <a:buNone/>
              <a:tabLst/>
              <a:defRPr sz="2000" b="1" i="0" kern="1200" spc="0" baseline="0">
                <a:solidFill>
                  <a:schemeClr val="tx2"/>
                </a:solidFill>
                <a:latin typeface="Segoe UI Semibold" panose="020B0502040204020203" pitchFamily="34" charset="0"/>
                <a:ea typeface="Segoe UI Semibold" panose="020B0502040204020203" pitchFamily="34" charset="0"/>
                <a:cs typeface="Segoe UI Semibold"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tx1"/>
                </a:solidFill>
                <a:latin typeface="Segoe UI Light"/>
                <a:cs typeface="Segoe UI Light"/>
              </a:rPr>
              <a:t>Introduction</a:t>
            </a:r>
            <a:endParaRPr lang="en-US" sz="1800" dirty="0">
              <a:solidFill>
                <a:schemeClr val="tx1"/>
              </a:solidFill>
              <a:latin typeface="Segoe UI Light" panose="020B0502040204020203" pitchFamily="34" charset="0"/>
              <a:cs typeface="Segoe UI Light" panose="020B0502040204020203" pitchFamily="34" charset="0"/>
            </a:endParaRPr>
          </a:p>
        </p:txBody>
      </p:sp>
      <p:sp>
        <p:nvSpPr>
          <p:cNvPr id="13" name="Text Placeholder 6">
            <a:extLst>
              <a:ext uri="{FF2B5EF4-FFF2-40B4-BE49-F238E27FC236}">
                <a16:creationId xmlns:a16="http://schemas.microsoft.com/office/drawing/2014/main" id="{9A6CE42E-BDEF-40BD-D2FE-BF7D05C6C02D}"/>
              </a:ext>
            </a:extLst>
          </p:cNvPr>
          <p:cNvSpPr>
            <a:spLocks noGrp="1"/>
          </p:cNvSpPr>
          <p:nvPr/>
        </p:nvSpPr>
        <p:spPr>
          <a:xfrm>
            <a:off x="409362" y="1539580"/>
            <a:ext cx="2833078" cy="2230103"/>
          </a:xfrm>
          <a:prstGeom prst="rect">
            <a:avLst/>
          </a:prstGeom>
        </p:spPr>
        <p:txBody>
          <a:bodyPr vert="horz" lIns="91440" tIns="45720" rIns="91440" bIns="45720" rtlCol="0" anchor="t">
            <a:noAutofit/>
          </a:bodyPr>
          <a:lstStyle>
            <a:lvl1pPr marL="0" marR="0" indent="0" algn="l" defTabSz="914400" rtl="0" eaLnBrk="1" fontAlgn="auto" latinLnBrk="0" hangingPunct="1">
              <a:lnSpc>
                <a:spcPct val="150000"/>
              </a:lnSpc>
              <a:spcBef>
                <a:spcPts val="600"/>
              </a:spcBef>
              <a:spcAft>
                <a:spcPts val="0"/>
              </a:spcAft>
              <a:buClrTx/>
              <a:buSzTx/>
              <a:buFont typeface="Arial" panose="020B0604020202020204" pitchFamily="34" charset="0"/>
              <a:buNone/>
              <a:tabLst/>
              <a:defRPr sz="1400" b="1" i="0" kern="1200" spc="0">
                <a:solidFill>
                  <a:schemeClr val="tx1"/>
                </a:solidFill>
                <a:latin typeface="Segoe UI Light" panose="020B0502040204020203" pitchFamily="34" charset="0"/>
                <a:ea typeface="Segoe UI" panose="020B0502040204020203"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200" b="0" dirty="0"/>
              <a:t>Electric all-wheel-drive (AWD) systems require coordinated software control of independently driven front and rear axles to ensure driving dynamics, traction, and vehicle safety. Functional validation under different operating and surface conditions is essential to verify reliable system behavior.</a:t>
            </a:r>
          </a:p>
        </p:txBody>
      </p:sp>
      <p:sp>
        <p:nvSpPr>
          <p:cNvPr id="43" name="Text Placeholder 2">
            <a:extLst>
              <a:ext uri="{FF2B5EF4-FFF2-40B4-BE49-F238E27FC236}">
                <a16:creationId xmlns:a16="http://schemas.microsoft.com/office/drawing/2014/main" id="{738B3927-F5CC-C25A-FD5E-8D0B6F0639E3}"/>
              </a:ext>
            </a:extLst>
          </p:cNvPr>
          <p:cNvSpPr>
            <a:spLocks noGrp="1"/>
          </p:cNvSpPr>
          <p:nvPr/>
        </p:nvSpPr>
        <p:spPr>
          <a:xfrm>
            <a:off x="9077820" y="1539579"/>
            <a:ext cx="2774167" cy="2063157"/>
          </a:xfrm>
          <a:prstGeom prst="rect">
            <a:avLst/>
          </a:prstGeom>
        </p:spPr>
        <p:txBody>
          <a:bodyPr vert="horz" lIns="91440" tIns="45720" rIns="91440" bIns="45720" rtlCol="0" anchor="t">
            <a:noAutofit/>
          </a:bodyPr>
          <a:lstStyle>
            <a:lvl1pPr marL="0" marR="0" indent="0" algn="l" defTabSz="914400" rtl="0" eaLnBrk="1" fontAlgn="auto" latinLnBrk="0" hangingPunct="1">
              <a:lnSpc>
                <a:spcPct val="150000"/>
              </a:lnSpc>
              <a:spcBef>
                <a:spcPts val="600"/>
              </a:spcBef>
              <a:spcAft>
                <a:spcPts val="0"/>
              </a:spcAft>
              <a:buClrTx/>
              <a:buSzTx/>
              <a:buFont typeface="Arial" panose="020B0604020202020204" pitchFamily="34" charset="0"/>
              <a:buNone/>
              <a:tabLst/>
              <a:defRPr sz="1400" b="1" i="0" kern="1200" spc="0">
                <a:solidFill>
                  <a:schemeClr val="tx1"/>
                </a:solidFill>
                <a:latin typeface="Segoe UI Light" panose="020B0502040204020203" pitchFamily="34" charset="0"/>
                <a:ea typeface="Segoe UI" panose="020B0502040204020203"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200" b="0" dirty="0"/>
              <a:t>Validate electric AWD functionality through </a:t>
            </a:r>
            <a:r>
              <a:rPr lang="en-US" sz="1200" b="0" dirty="0" err="1"/>
              <a:t>HiL</a:t>
            </a:r>
            <a:r>
              <a:rPr lang="en-US" sz="1200" b="0" dirty="0"/>
              <a:t> and vehicle testing to ensure safe and dynamic system behavior under normal and fault conditions.</a:t>
            </a:r>
            <a:endParaRPr lang="en-US" sz="1200" b="0" dirty="0">
              <a:cs typeface="Segoe UI Light"/>
            </a:endParaRPr>
          </a:p>
        </p:txBody>
      </p:sp>
      <p:sp>
        <p:nvSpPr>
          <p:cNvPr id="46" name="Text Placeholder 4">
            <a:extLst>
              <a:ext uri="{FF2B5EF4-FFF2-40B4-BE49-F238E27FC236}">
                <a16:creationId xmlns:a16="http://schemas.microsoft.com/office/drawing/2014/main" id="{E2E9C8AA-B366-8993-080C-AE56F7B2D97D}"/>
              </a:ext>
            </a:extLst>
          </p:cNvPr>
          <p:cNvSpPr>
            <a:spLocks noGrp="1"/>
          </p:cNvSpPr>
          <p:nvPr/>
        </p:nvSpPr>
        <p:spPr>
          <a:xfrm>
            <a:off x="8339242" y="3862597"/>
            <a:ext cx="3540799" cy="1813699"/>
          </a:xfrm>
          <a:prstGeom prst="rect">
            <a:avLst/>
          </a:prstGeom>
        </p:spPr>
        <p:txBody>
          <a:bodyPr vert="horz" lIns="91440" tIns="45720" rIns="91440" bIns="45720" rtlCol="0" anchor="t">
            <a:noAutofit/>
          </a:bodyPr>
          <a:lstStyle>
            <a:lvl1pPr marL="0" marR="0" indent="0" algn="l" defTabSz="914400" rtl="0" eaLnBrk="1" fontAlgn="auto" latinLnBrk="0" hangingPunct="1">
              <a:lnSpc>
                <a:spcPct val="150000"/>
              </a:lnSpc>
              <a:spcBef>
                <a:spcPts val="600"/>
              </a:spcBef>
              <a:spcAft>
                <a:spcPts val="0"/>
              </a:spcAft>
              <a:buClrTx/>
              <a:buSzTx/>
              <a:buFont typeface="Arial" panose="020B0604020202020204" pitchFamily="34" charset="0"/>
              <a:buNone/>
              <a:tabLst/>
              <a:defRPr sz="1400" b="1" i="0" kern="1200" spc="0">
                <a:solidFill>
                  <a:schemeClr val="tx1"/>
                </a:solidFill>
                <a:latin typeface="Segoe UI Light" panose="020B0502040204020203" pitchFamily="34" charset="0"/>
                <a:ea typeface="Segoe UI" panose="020B0502040204020203"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200" b="0" dirty="0"/>
              <a:t>TWT provides deep functional expertise in electric AWD systems, combining </a:t>
            </a:r>
            <a:r>
              <a:rPr lang="en-US" sz="1200" b="0" dirty="0" err="1"/>
              <a:t>HiL</a:t>
            </a:r>
            <a:r>
              <a:rPr lang="en-US" sz="1200" b="0" dirty="0"/>
              <a:t> validation, experienced test driving, measurement analysis, and defect </a:t>
            </a:r>
            <a:r>
              <a:rPr lang="en-US" sz="1200" b="0" dirty="0" err="1"/>
              <a:t>preanalysis</a:t>
            </a:r>
            <a:endParaRPr lang="en-US" sz="1200" b="0" dirty="0">
              <a:cs typeface="Segoe UI Light"/>
            </a:endParaRPr>
          </a:p>
        </p:txBody>
      </p:sp>
      <p:sp>
        <p:nvSpPr>
          <p:cNvPr id="59" name="TextBox 58">
            <a:extLst>
              <a:ext uri="{FF2B5EF4-FFF2-40B4-BE49-F238E27FC236}">
                <a16:creationId xmlns:a16="http://schemas.microsoft.com/office/drawing/2014/main" id="{9B1343C5-9DA6-CA15-F476-F296E4F5D883}"/>
              </a:ext>
            </a:extLst>
          </p:cNvPr>
          <p:cNvSpPr txBox="1"/>
          <p:nvPr/>
        </p:nvSpPr>
        <p:spPr>
          <a:xfrm>
            <a:off x="5225344" y="1295660"/>
            <a:ext cx="1762021" cy="276999"/>
          </a:xfrm>
          <a:prstGeom prst="rect">
            <a:avLst/>
          </a:prstGeom>
          <a:noFill/>
        </p:spPr>
        <p:txBody>
          <a:bodyPr wrap="none" lIns="91440" tIns="45720" rIns="91440" bIns="45720" rtlCol="0" anchor="t">
            <a:spAutoFit/>
          </a:bodyPr>
          <a:lstStyle/>
          <a:p>
            <a:r>
              <a:rPr lang="en-US" sz="1200" b="1" dirty="0">
                <a:latin typeface="Segoe UI Light"/>
                <a:cs typeface="Segoe UI Light"/>
              </a:rPr>
              <a:t>Timeline: No info – 2026</a:t>
            </a:r>
          </a:p>
        </p:txBody>
      </p:sp>
      <p:sp>
        <p:nvSpPr>
          <p:cNvPr id="71" name="TextBox 1">
            <a:extLst>
              <a:ext uri="{FF2B5EF4-FFF2-40B4-BE49-F238E27FC236}">
                <a16:creationId xmlns:a16="http://schemas.microsoft.com/office/drawing/2014/main" id="{08E7A773-7003-D8BB-4FF9-F4C9AEC5A8FB}"/>
              </a:ext>
            </a:extLst>
          </p:cNvPr>
          <p:cNvSpPr txBox="1"/>
          <p:nvPr/>
        </p:nvSpPr>
        <p:spPr>
          <a:xfrm>
            <a:off x="5248012" y="2896706"/>
            <a:ext cx="1589392" cy="156966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dirty="0">
                <a:latin typeface="Segoe UI Light"/>
              </a:rPr>
              <a:t>Technologies/Tools: </a:t>
            </a:r>
            <a:br>
              <a:rPr lang="en-US" sz="1200" b="1" dirty="0">
                <a:latin typeface="Segoe UI Light"/>
              </a:rPr>
            </a:br>
            <a:r>
              <a:rPr lang="en-US" sz="1200" dirty="0">
                <a:latin typeface="Segoe UI Light" panose="020B0502040204020203" pitchFamily="34" charset="0"/>
                <a:cs typeface="Segoe UI Light" panose="020B0502040204020203" pitchFamily="34" charset="0"/>
              </a:rPr>
              <a:t>  INCA (Integrated Calibration and Application), TPT (Time Partition Testing), </a:t>
            </a:r>
            <a:r>
              <a:rPr lang="en-US" sz="1200" dirty="0" err="1">
                <a:latin typeface="Segoe UI Light" panose="020B0502040204020203" pitchFamily="34" charset="0"/>
                <a:cs typeface="Segoe UI Light" panose="020B0502040204020203" pitchFamily="34" charset="0"/>
              </a:rPr>
              <a:t>MicroNova</a:t>
            </a:r>
            <a:r>
              <a:rPr lang="en-US" sz="1200" dirty="0">
                <a:latin typeface="Segoe UI Light" panose="020B0502040204020203" pitchFamily="34" charset="0"/>
                <a:cs typeface="Segoe UI Light" panose="020B0502040204020203" pitchFamily="34" charset="0"/>
              </a:rPr>
              <a:t> EXAM, </a:t>
            </a:r>
            <a:r>
              <a:rPr lang="en-US" sz="1200" dirty="0" err="1">
                <a:latin typeface="Segoe UI Light" panose="020B0502040204020203" pitchFamily="34" charset="0"/>
                <a:cs typeface="Segoe UI Light" panose="020B0502040204020203" pitchFamily="34" charset="0"/>
              </a:rPr>
              <a:t>MicroNova</a:t>
            </a:r>
            <a:r>
              <a:rPr lang="en-US" sz="1200" dirty="0">
                <a:latin typeface="Segoe UI Light" panose="020B0502040204020203" pitchFamily="34" charset="0"/>
                <a:cs typeface="Segoe UI Light" panose="020B0502040204020203" pitchFamily="34" charset="0"/>
              </a:rPr>
              <a:t> </a:t>
            </a:r>
            <a:r>
              <a:rPr lang="en-US" sz="1200" dirty="0" err="1">
                <a:latin typeface="Segoe UI Light" panose="020B0502040204020203" pitchFamily="34" charset="0"/>
                <a:cs typeface="Segoe UI Light" panose="020B0502040204020203" pitchFamily="34" charset="0"/>
              </a:rPr>
              <a:t>NovaCARTS</a:t>
            </a:r>
            <a:endParaRPr lang="en-US" sz="1200" dirty="0">
              <a:latin typeface="Segoe UI Light" panose="020B0502040204020203" pitchFamily="34" charset="0"/>
              <a:cs typeface="Segoe UI Light" panose="020B0502040204020203" pitchFamily="34" charset="0"/>
            </a:endParaRPr>
          </a:p>
        </p:txBody>
      </p:sp>
      <p:pic>
        <p:nvPicPr>
          <p:cNvPr id="4" name="Logo">
            <a:extLst>
              <a:ext uri="{FF2B5EF4-FFF2-40B4-BE49-F238E27FC236}">
                <a16:creationId xmlns:a16="http://schemas.microsoft.com/office/drawing/2014/main" id="{7293F88D-6696-4A4C-AB7C-4D364AECCFC8}"/>
              </a:ext>
            </a:extLst>
          </p:cNvPr>
          <p:cNvPicPr/>
          <p:nvPr/>
        </p:nvPicPr>
        <p:blipFill>
          <a:blip>
            <a:extLst>
              <a:ext uri="{96DAC541-7B7A-43D3-8B79-37D633B846F1}">
                <asvg:svgBlip xmlns:asvg="http://schemas.microsoft.com/office/drawing/2016/SVG/main" r:embed="rId3"/>
              </a:ext>
            </a:extLst>
          </a:blip>
          <a:srcRect/>
          <a:stretch/>
        </p:blipFill>
        <p:spPr>
          <a:xfrm>
            <a:off x="11474809" y="272746"/>
            <a:ext cx="377178" cy="491971"/>
          </a:xfrm>
          <a:prstGeom prst="rect">
            <a:avLst/>
          </a:prstGeom>
        </p:spPr>
      </p:pic>
      <p:sp>
        <p:nvSpPr>
          <p:cNvPr id="5" name="TWT">
            <a:extLst>
              <a:ext uri="{FF2B5EF4-FFF2-40B4-BE49-F238E27FC236}">
                <a16:creationId xmlns:a16="http://schemas.microsoft.com/office/drawing/2014/main" id="{2AC2F6EC-1C26-8CD1-6FA9-076EE8BD3E58}"/>
              </a:ext>
            </a:extLst>
          </p:cNvPr>
          <p:cNvSpPr txBox="1"/>
          <p:nvPr/>
        </p:nvSpPr>
        <p:spPr>
          <a:xfrm>
            <a:off x="11013485" y="431780"/>
            <a:ext cx="493128" cy="204671"/>
          </a:xfrm>
          <a:prstGeom prst="rect">
            <a:avLst/>
          </a:prstGeom>
          <a:noFill/>
        </p:spPr>
        <p:txBody>
          <a:bodyPr wrap="square" rtlCol="0">
            <a:spAutoFit/>
          </a:bodyPr>
          <a:lstStyle/>
          <a:p>
            <a:r>
              <a:rPr lang="en-US" sz="730" b="0" i="0" spc="150">
                <a:solidFill>
                  <a:schemeClr val="tx1"/>
                </a:solidFill>
                <a:latin typeface="Segoe UI" panose="020B0502040204020203" pitchFamily="34" charset="0"/>
                <a:ea typeface="Segoe UI" panose="020B0502040204020203" pitchFamily="34" charset="0"/>
                <a:cs typeface="Segoe UI" panose="020B0502040204020203" pitchFamily="34" charset="0"/>
              </a:rPr>
              <a:t>TWT</a:t>
            </a:r>
            <a:endParaRPr lang="en-US" sz="800" spc="150">
              <a:solidFill>
                <a:schemeClr val="tx1"/>
              </a:solidFill>
              <a:latin typeface="Raleway" pitchFamily="2" charset="77"/>
              <a:ea typeface="Segoe UI" panose="020B0502040204020203" pitchFamily="34" charset="0"/>
              <a:cs typeface="Segoe UI" panose="020B0502040204020203" pitchFamily="34" charset="0"/>
            </a:endParaRPr>
          </a:p>
        </p:txBody>
      </p:sp>
      <p:grpSp>
        <p:nvGrpSpPr>
          <p:cNvPr id="63" name="Group 62">
            <a:extLst>
              <a:ext uri="{FF2B5EF4-FFF2-40B4-BE49-F238E27FC236}">
                <a16:creationId xmlns:a16="http://schemas.microsoft.com/office/drawing/2014/main" id="{BEC10970-03CA-8F4A-FD15-BF600C2AF8D4}"/>
              </a:ext>
            </a:extLst>
          </p:cNvPr>
          <p:cNvGrpSpPr/>
          <p:nvPr/>
        </p:nvGrpSpPr>
        <p:grpSpPr>
          <a:xfrm>
            <a:off x="2477788" y="1376275"/>
            <a:ext cx="1329515" cy="2244950"/>
            <a:chOff x="2261526" y="1431421"/>
            <a:chExt cx="1530123" cy="2091018"/>
          </a:xfrm>
        </p:grpSpPr>
        <p:cxnSp>
          <p:nvCxnSpPr>
            <p:cNvPr id="37" name="Connector: Elbow 18">
              <a:extLst>
                <a:ext uri="{FF2B5EF4-FFF2-40B4-BE49-F238E27FC236}">
                  <a16:creationId xmlns:a16="http://schemas.microsoft.com/office/drawing/2014/main" id="{BE48186C-B6C3-89B0-2569-B040D810CC41}"/>
                </a:ext>
              </a:extLst>
            </p:cNvPr>
            <p:cNvCxnSpPr>
              <a:cxnSpLocks/>
              <a:endCxn id="10" idx="3"/>
            </p:cNvCxnSpPr>
            <p:nvPr/>
          </p:nvCxnSpPr>
          <p:spPr>
            <a:xfrm rot="16200000" flipV="1">
              <a:off x="1679381" y="2013566"/>
              <a:ext cx="2091018" cy="926727"/>
            </a:xfrm>
            <a:prstGeom prst="bentConnector2">
              <a:avLst/>
            </a:prstGeom>
            <a:ln w="127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32A19683-AD8B-8713-23C0-DD0D715F4C2C}"/>
                </a:ext>
              </a:extLst>
            </p:cNvPr>
            <p:cNvCxnSpPr/>
            <p:nvPr/>
          </p:nvCxnSpPr>
          <p:spPr>
            <a:xfrm>
              <a:off x="3191574" y="3515950"/>
              <a:ext cx="60007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 name="TextBox 5">
            <a:extLst>
              <a:ext uri="{FF2B5EF4-FFF2-40B4-BE49-F238E27FC236}">
                <a16:creationId xmlns:a16="http://schemas.microsoft.com/office/drawing/2014/main" id="{A6002606-6D35-B258-009E-91E7ADE33465}"/>
              </a:ext>
            </a:extLst>
          </p:cNvPr>
          <p:cNvSpPr txBox="1"/>
          <p:nvPr/>
        </p:nvSpPr>
        <p:spPr>
          <a:xfrm>
            <a:off x="6124930" y="6062034"/>
            <a:ext cx="5691224" cy="707886"/>
          </a:xfrm>
          <a:prstGeom prst="rect">
            <a:avLst/>
          </a:prstGeom>
          <a:noFill/>
          <a:effectLst>
            <a:outerShdw blurRad="50800" dist="38100" dir="5400000" algn="t" rotWithShape="0">
              <a:prstClr val="black">
                <a:alpha val="40000"/>
              </a:prstClr>
            </a:outerShdw>
          </a:effectLst>
        </p:spPr>
        <p:txBody>
          <a:bodyPr wrap="square" lIns="91440" tIns="45720" rIns="91440" bIns="45720" anchor="t">
            <a:spAutoFit/>
          </a:bodyPr>
          <a:lstStyle/>
          <a:p>
            <a:r>
              <a:rPr lang="en-US" sz="1400" b="1" dirty="0">
                <a:latin typeface="Segoe UI Light"/>
                <a:cs typeface="Segoe UI Light"/>
              </a:rPr>
              <a:t>Keywords</a:t>
            </a:r>
            <a:r>
              <a:rPr lang="en-US" sz="1400" dirty="0">
                <a:latin typeface="Segoe UI Light"/>
                <a:cs typeface="Segoe UI Light"/>
              </a:rPr>
              <a:t>: </a:t>
            </a:r>
            <a:r>
              <a:rPr lang="en-US" sz="1300" dirty="0">
                <a:latin typeface="Segoe UI Light"/>
                <a:ea typeface="+mn-lt"/>
                <a:cs typeface="Segoe UI Light"/>
              </a:rPr>
              <a:t> </a:t>
            </a:r>
            <a:r>
              <a:rPr lang="en-US" sz="1300" dirty="0">
                <a:latin typeface="Segoe UI Light" panose="020B0502040204020203" pitchFamily="34" charset="0"/>
                <a:cs typeface="Segoe UI Light" panose="020B0502040204020203" pitchFamily="34" charset="0"/>
              </a:rPr>
              <a:t>Electric all-wheel drive (AWD), functional validation, Hardware-in-the-Loop (</a:t>
            </a:r>
            <a:r>
              <a:rPr lang="en-US" sz="1300" dirty="0" err="1">
                <a:latin typeface="Segoe UI Light" panose="020B0502040204020203" pitchFamily="34" charset="0"/>
                <a:cs typeface="Segoe UI Light" panose="020B0502040204020203" pitchFamily="34" charset="0"/>
              </a:rPr>
              <a:t>HiL</a:t>
            </a:r>
            <a:r>
              <a:rPr lang="en-US" sz="1300" dirty="0">
                <a:latin typeface="Segoe UI Light" panose="020B0502040204020203" pitchFamily="34" charset="0"/>
                <a:cs typeface="Segoe UI Light" panose="020B0502040204020203" pitchFamily="34" charset="0"/>
              </a:rPr>
              <a:t>) testing, test driving, driving dynamics, traction, fault behavior, vehicle safety</a:t>
            </a:r>
            <a:endParaRPr lang="en-US" sz="1300" dirty="0">
              <a:solidFill>
                <a:schemeClr val="tx1"/>
              </a:solidFill>
              <a:latin typeface="Segoe UI Light" panose="020B0502040204020203" pitchFamily="34" charset="0"/>
              <a:cs typeface="Segoe UI Light" panose="020B0502040204020203" pitchFamily="34" charset="0"/>
            </a:endParaRPr>
          </a:p>
        </p:txBody>
      </p:sp>
      <p:cxnSp>
        <p:nvCxnSpPr>
          <p:cNvPr id="2" name="Connector: Elbow 18">
            <a:extLst>
              <a:ext uri="{FF2B5EF4-FFF2-40B4-BE49-F238E27FC236}">
                <a16:creationId xmlns:a16="http://schemas.microsoft.com/office/drawing/2014/main" id="{EA8A0AC2-7743-6A52-3BAC-74020A010479}"/>
              </a:ext>
            </a:extLst>
          </p:cNvPr>
          <p:cNvCxnSpPr>
            <a:cxnSpLocks/>
            <a:endCxn id="12" idx="3"/>
          </p:cNvCxnSpPr>
          <p:nvPr/>
        </p:nvCxnSpPr>
        <p:spPr>
          <a:xfrm rot="10800000">
            <a:off x="2477789" y="4015735"/>
            <a:ext cx="2253059" cy="1234488"/>
          </a:xfrm>
          <a:prstGeom prst="bentConnector3">
            <a:avLst>
              <a:gd name="adj1" fmla="val 41968"/>
            </a:avLst>
          </a:prstGeom>
          <a:ln>
            <a:solidFill>
              <a:schemeClr val="bg2"/>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12" name="Text Placeholder 7">
            <a:extLst>
              <a:ext uri="{FF2B5EF4-FFF2-40B4-BE49-F238E27FC236}">
                <a16:creationId xmlns:a16="http://schemas.microsoft.com/office/drawing/2014/main" id="{91893506-CC8E-870D-8C5D-59F992F6A797}"/>
              </a:ext>
            </a:extLst>
          </p:cNvPr>
          <p:cNvSpPr txBox="1">
            <a:spLocks/>
          </p:cNvSpPr>
          <p:nvPr/>
        </p:nvSpPr>
        <p:spPr>
          <a:xfrm>
            <a:off x="409363" y="3782696"/>
            <a:ext cx="2068425" cy="466077"/>
          </a:xfrm>
          <a:prstGeom prst="rect">
            <a:avLst/>
          </a:prstGeom>
        </p:spPr>
        <p:txBody>
          <a:bodyPr vert="horz" lIns="91440" tIns="45720" rIns="91440" bIns="45720" rtlCol="0" anchor="t">
            <a:normAutofit/>
          </a:bodyPr>
          <a:lstStyle>
            <a:defPPr>
              <a:defRPr lang="de-DE"/>
            </a:defPPr>
            <a:lvl1pPr marL="0" marR="0" indent="0" algn="l" defTabSz="914400" rtl="0" eaLnBrk="1" fontAlgn="auto" latinLnBrk="0" hangingPunct="1">
              <a:lnSpc>
                <a:spcPct val="150000"/>
              </a:lnSpc>
              <a:spcBef>
                <a:spcPts val="600"/>
              </a:spcBef>
              <a:spcAft>
                <a:spcPts val="0"/>
              </a:spcAft>
              <a:buClrTx/>
              <a:buSzTx/>
              <a:buFont typeface="Arial" panose="020B0604020202020204" pitchFamily="34" charset="0"/>
              <a:buNone/>
              <a:tabLst/>
              <a:defRPr sz="2000" b="1" i="0" kern="1200" spc="0" baseline="0">
                <a:solidFill>
                  <a:schemeClr val="tx2"/>
                </a:solidFill>
                <a:latin typeface="Segoe UI Semibold" panose="020B0502040204020203" pitchFamily="34" charset="0"/>
                <a:ea typeface="Segoe UI Semibold" panose="020B0502040204020203" pitchFamily="34" charset="0"/>
                <a:cs typeface="Segoe UI Semibold"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bg2"/>
                </a:solidFill>
                <a:latin typeface="Segoe UI Light" panose="020B0502040204020203" pitchFamily="34" charset="0"/>
                <a:cs typeface="Segoe UI Light" panose="020B0502040204020203" pitchFamily="34" charset="0"/>
              </a:rPr>
              <a:t>Description</a:t>
            </a:r>
          </a:p>
        </p:txBody>
      </p:sp>
      <p:sp>
        <p:nvSpPr>
          <p:cNvPr id="16" name="Text Placeholder 8">
            <a:extLst>
              <a:ext uri="{FF2B5EF4-FFF2-40B4-BE49-F238E27FC236}">
                <a16:creationId xmlns:a16="http://schemas.microsoft.com/office/drawing/2014/main" id="{32EF2192-5D98-B689-F02F-E177D09B0D43}"/>
              </a:ext>
            </a:extLst>
          </p:cNvPr>
          <p:cNvSpPr>
            <a:spLocks noGrp="1"/>
          </p:cNvSpPr>
          <p:nvPr/>
        </p:nvSpPr>
        <p:spPr>
          <a:xfrm>
            <a:off x="409362" y="4289762"/>
            <a:ext cx="3275670" cy="2572241"/>
          </a:xfrm>
          <a:prstGeom prst="rect">
            <a:avLst/>
          </a:prstGeom>
        </p:spPr>
        <p:txBody>
          <a:bodyPr vert="horz" lIns="91440" tIns="45720" rIns="91440" bIns="45720" rtlCol="0" anchor="t">
            <a:noAutofit/>
          </a:bodyPr>
          <a:lstStyle>
            <a:defPPr>
              <a:defRPr lang="de-DE"/>
            </a:defPPr>
            <a:lvl1pPr marL="0" marR="0" indent="0" algn="l" defTabSz="914400" rtl="0" eaLnBrk="1" fontAlgn="auto" latinLnBrk="0" hangingPunct="1">
              <a:lnSpc>
                <a:spcPct val="150000"/>
              </a:lnSpc>
              <a:spcBef>
                <a:spcPts val="600"/>
              </a:spcBef>
              <a:spcAft>
                <a:spcPts val="0"/>
              </a:spcAft>
              <a:buClrTx/>
              <a:buSzTx/>
              <a:buFont typeface="Arial" panose="020B0604020202020204" pitchFamily="34" charset="0"/>
              <a:buNone/>
              <a:tabLst/>
              <a:defRPr sz="1400" b="1" i="0" kern="1200" spc="0">
                <a:solidFill>
                  <a:schemeClr val="tx1"/>
                </a:solidFill>
                <a:latin typeface="Segoe UI Light" panose="020B0502040204020203" pitchFamily="34" charset="0"/>
                <a:ea typeface="Segoe UI" panose="020B0502040204020203"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200" b="0" dirty="0"/>
              <a:t>TWT validates electric AWD functions using </a:t>
            </a:r>
            <a:r>
              <a:rPr lang="en-US" sz="1200" b="0" dirty="0" err="1"/>
              <a:t>HiL</a:t>
            </a:r>
            <a:r>
              <a:rPr lang="en-US" sz="1200" b="0" dirty="0"/>
              <a:t> testing and test drives on closed test sites with dry and wet asphalt, gravel, snow, and ice. </a:t>
            </a:r>
            <a:r>
              <a:rPr lang="en-US" sz="1200" b="0" dirty="0" err="1"/>
              <a:t>HiL</a:t>
            </a:r>
            <a:r>
              <a:rPr lang="en-US" sz="1200" b="0" dirty="0"/>
              <a:t> testing enables detailed evaluation of signals, timing-critical behavior, and system reactions, while vehicle testing focuses on overall driving behavior and acceptance. Identified abnormalities are pre-analyzed and documented through defect tickets.</a:t>
            </a:r>
            <a:endParaRPr lang="en-US" sz="1200" b="0" dirty="0">
              <a:cs typeface="Segoe UI Light"/>
            </a:endParaRPr>
          </a:p>
        </p:txBody>
      </p:sp>
      <p:sp>
        <p:nvSpPr>
          <p:cNvPr id="11" name="TextBox 10">
            <a:extLst>
              <a:ext uri="{FF2B5EF4-FFF2-40B4-BE49-F238E27FC236}">
                <a16:creationId xmlns:a16="http://schemas.microsoft.com/office/drawing/2014/main" id="{E2BAEC2E-20CD-4184-6FCF-F9282C38FB72}"/>
              </a:ext>
            </a:extLst>
          </p:cNvPr>
          <p:cNvSpPr txBox="1"/>
          <p:nvPr/>
        </p:nvSpPr>
        <p:spPr>
          <a:xfrm>
            <a:off x="2477789" y="737465"/>
            <a:ext cx="7408600" cy="276999"/>
          </a:xfrm>
          <a:prstGeom prst="rect">
            <a:avLst/>
          </a:prstGeom>
          <a:noFill/>
        </p:spPr>
        <p:txBody>
          <a:bodyPr wrap="squar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1" dirty="0">
                <a:latin typeface="Segoe UI "/>
              </a:rPr>
              <a:t>(VALIDATION OF MODULAR ELECTRIC DRIVE SYSTEMS)</a:t>
            </a:r>
          </a:p>
        </p:txBody>
      </p:sp>
    </p:spTree>
    <p:extLst>
      <p:ext uri="{BB962C8B-B14F-4D97-AF65-F5344CB8AC3E}">
        <p14:creationId xmlns:p14="http://schemas.microsoft.com/office/powerpoint/2010/main" val="1502482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AEE18-2620-42D7-A115-B7CE78661E15}"/>
            </a:ext>
          </a:extLst>
        </p:cNvPr>
        <p:cNvGrpSpPr/>
        <p:nvPr/>
      </p:nvGrpSpPr>
      <p:grpSpPr>
        <a:xfrm>
          <a:off x="0" y="0"/>
          <a:ext cx="0" cy="0"/>
          <a:chOff x="0" y="0"/>
          <a:chExt cx="0" cy="0"/>
        </a:xfrm>
      </p:grpSpPr>
      <p:grpSp>
        <p:nvGrpSpPr>
          <p:cNvPr id="21" name="Group 4">
            <a:extLst>
              <a:ext uri="{FF2B5EF4-FFF2-40B4-BE49-F238E27FC236}">
                <a16:creationId xmlns:a16="http://schemas.microsoft.com/office/drawing/2014/main" id="{E60994D7-DFDB-0275-6CF5-A6A23F6E19DB}"/>
              </a:ext>
            </a:extLst>
          </p:cNvPr>
          <p:cNvGrpSpPr/>
          <p:nvPr/>
        </p:nvGrpSpPr>
        <p:grpSpPr>
          <a:xfrm>
            <a:off x="3934781" y="1710033"/>
            <a:ext cx="4322437" cy="3990444"/>
            <a:chOff x="4059564" y="1599589"/>
            <a:chExt cx="4322437" cy="3990444"/>
          </a:xfrm>
        </p:grpSpPr>
        <p:grpSp>
          <p:nvGrpSpPr>
            <p:cNvPr id="22" name="Group 1">
              <a:extLst>
                <a:ext uri="{FF2B5EF4-FFF2-40B4-BE49-F238E27FC236}">
                  <a16:creationId xmlns:a16="http://schemas.microsoft.com/office/drawing/2014/main" id="{1BE609D3-261F-6848-BE15-6FF73AFEA12C}"/>
                </a:ext>
              </a:extLst>
            </p:cNvPr>
            <p:cNvGrpSpPr/>
            <p:nvPr/>
          </p:nvGrpSpPr>
          <p:grpSpPr>
            <a:xfrm>
              <a:off x="4187825" y="1599589"/>
              <a:ext cx="4194176" cy="3990444"/>
              <a:chOff x="4187825" y="1599589"/>
              <a:chExt cx="4194176" cy="3990444"/>
            </a:xfrm>
          </p:grpSpPr>
          <p:sp>
            <p:nvSpPr>
              <p:cNvPr id="30" name="Freeform: Shape 39">
                <a:extLst>
                  <a:ext uri="{FF2B5EF4-FFF2-40B4-BE49-F238E27FC236}">
                    <a16:creationId xmlns:a16="http://schemas.microsoft.com/office/drawing/2014/main" id="{1FF65BD7-328F-5324-1084-01737BCAF3D9}"/>
                  </a:ext>
                </a:extLst>
              </p:cNvPr>
              <p:cNvSpPr/>
              <p:nvPr/>
            </p:nvSpPr>
            <p:spPr bwMode="auto">
              <a:xfrm>
                <a:off x="4818538" y="1691796"/>
                <a:ext cx="2685955" cy="3637971"/>
              </a:xfrm>
              <a:custGeom>
                <a:avLst/>
                <a:gdLst>
                  <a:gd name="connsiteX0" fmla="*/ 632151 w 2685955"/>
                  <a:gd name="connsiteY0" fmla="*/ 25 h 3637971"/>
                  <a:gd name="connsiteX1" fmla="*/ 1266958 w 2685955"/>
                  <a:gd name="connsiteY1" fmla="*/ 230744 h 3637971"/>
                  <a:gd name="connsiteX2" fmla="*/ 2681902 w 2685955"/>
                  <a:gd name="connsiteY2" fmla="*/ 2679364 h 3637971"/>
                  <a:gd name="connsiteX3" fmla="*/ 2579033 w 2685955"/>
                  <a:gd name="connsiteY3" fmla="*/ 3317039 h 3637971"/>
                  <a:gd name="connsiteX4" fmla="*/ 2577132 w 2685955"/>
                  <a:gd name="connsiteY4" fmla="*/ 3315642 h 3637971"/>
                  <a:gd name="connsiteX5" fmla="*/ 2575716 w 2685955"/>
                  <a:gd name="connsiteY5" fmla="*/ 3308625 h 3637971"/>
                  <a:gd name="connsiteX6" fmla="*/ 2549333 w 2685955"/>
                  <a:gd name="connsiteY6" fmla="*/ 3269494 h 3637971"/>
                  <a:gd name="connsiteX7" fmla="*/ 2515815 w 2685955"/>
                  <a:gd name="connsiteY7" fmla="*/ 3246896 h 3637971"/>
                  <a:gd name="connsiteX8" fmla="*/ 2554083 w 2685955"/>
                  <a:gd name="connsiteY8" fmla="*/ 3147946 h 3637971"/>
                  <a:gd name="connsiteX9" fmla="*/ 2594961 w 2685955"/>
                  <a:gd name="connsiteY9" fmla="*/ 2684667 h 3637971"/>
                  <a:gd name="connsiteX10" fmla="*/ 1218510 w 2685955"/>
                  <a:gd name="connsiteY10" fmla="*/ 302997 h 3637971"/>
                  <a:gd name="connsiteX11" fmla="*/ 90935 w 2685955"/>
                  <a:gd name="connsiteY11" fmla="*/ 953266 h 3637971"/>
                  <a:gd name="connsiteX12" fmla="*/ 1467386 w 2685955"/>
                  <a:gd name="connsiteY12" fmla="*/ 3334936 h 3637971"/>
                  <a:gd name="connsiteX13" fmla="*/ 1922083 w 2685955"/>
                  <a:gd name="connsiteY13" fmla="*/ 3538052 h 3637971"/>
                  <a:gd name="connsiteX14" fmla="*/ 2044483 w 2685955"/>
                  <a:gd name="connsiteY14" fmla="*/ 3550701 h 3637971"/>
                  <a:gd name="connsiteX15" fmla="*/ 2046743 w 2685955"/>
                  <a:gd name="connsiteY15" fmla="*/ 3573114 h 3637971"/>
                  <a:gd name="connsiteX16" fmla="*/ 2058907 w 2685955"/>
                  <a:gd name="connsiteY16" fmla="*/ 3612301 h 3637971"/>
                  <a:gd name="connsiteX17" fmla="*/ 2068471 w 2685955"/>
                  <a:gd name="connsiteY17" fmla="*/ 3626487 h 3637971"/>
                  <a:gd name="connsiteX18" fmla="*/ 2070662 w 2685955"/>
                  <a:gd name="connsiteY18" fmla="*/ 3637865 h 3637971"/>
                  <a:gd name="connsiteX19" fmla="*/ 1418938 w 2685955"/>
                  <a:gd name="connsiteY19" fmla="*/ 3407188 h 3637971"/>
                  <a:gd name="connsiteX20" fmla="*/ 3995 w 2685955"/>
                  <a:gd name="connsiteY20" fmla="*/ 959232 h 3637971"/>
                  <a:gd name="connsiteX21" fmla="*/ 632151 w 2685955"/>
                  <a:gd name="connsiteY21" fmla="*/ 25 h 363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85955" h="3637971">
                    <a:moveTo>
                      <a:pt x="632151" y="25"/>
                    </a:moveTo>
                    <a:cubicBezTo>
                      <a:pt x="817737" y="1577"/>
                      <a:pt x="1034052" y="75800"/>
                      <a:pt x="1266958" y="230744"/>
                    </a:cubicBezTo>
                    <a:cubicBezTo>
                      <a:pt x="1993676" y="715298"/>
                      <a:pt x="2625490" y="1808360"/>
                      <a:pt x="2681902" y="2679364"/>
                    </a:cubicBezTo>
                    <a:cubicBezTo>
                      <a:pt x="2699157" y="2943183"/>
                      <a:pt x="2660664" y="3158614"/>
                      <a:pt x="2579033" y="3317039"/>
                    </a:cubicBezTo>
                    <a:lnTo>
                      <a:pt x="2577132" y="3315642"/>
                    </a:lnTo>
                    <a:lnTo>
                      <a:pt x="2575716" y="3308625"/>
                    </a:lnTo>
                    <a:cubicBezTo>
                      <a:pt x="2569486" y="3293897"/>
                      <a:pt x="2560472" y="3280634"/>
                      <a:pt x="2549333" y="3269494"/>
                    </a:cubicBezTo>
                    <a:lnTo>
                      <a:pt x="2515815" y="3246896"/>
                    </a:lnTo>
                    <a:lnTo>
                      <a:pt x="2554083" y="3147946"/>
                    </a:lnTo>
                    <a:cubicBezTo>
                      <a:pt x="2591975" y="3021112"/>
                      <a:pt x="2606907" y="2866126"/>
                      <a:pt x="2594961" y="2684667"/>
                    </a:cubicBezTo>
                    <a:cubicBezTo>
                      <a:pt x="2540540" y="1840841"/>
                      <a:pt x="1922664" y="772304"/>
                      <a:pt x="1218510" y="302997"/>
                    </a:cubicBezTo>
                    <a:cubicBezTo>
                      <a:pt x="532939" y="-153717"/>
                      <a:pt x="37842" y="132640"/>
                      <a:pt x="90935" y="953266"/>
                    </a:cubicBezTo>
                    <a:cubicBezTo>
                      <a:pt x="145356" y="1797092"/>
                      <a:pt x="763233" y="2866291"/>
                      <a:pt x="1467386" y="3334936"/>
                    </a:cubicBezTo>
                    <a:cubicBezTo>
                      <a:pt x="1631644" y="3444309"/>
                      <a:pt x="1784703" y="3511175"/>
                      <a:pt x="1922083" y="3538052"/>
                    </a:cubicBezTo>
                    <a:lnTo>
                      <a:pt x="2044483" y="3550701"/>
                    </a:lnTo>
                    <a:lnTo>
                      <a:pt x="2046743" y="3573114"/>
                    </a:lnTo>
                    <a:cubicBezTo>
                      <a:pt x="2049523" y="3586704"/>
                      <a:pt x="2053625" y="3599813"/>
                      <a:pt x="2058907" y="3612301"/>
                    </a:cubicBezTo>
                    <a:lnTo>
                      <a:pt x="2068471" y="3626487"/>
                    </a:lnTo>
                    <a:lnTo>
                      <a:pt x="2070662" y="3637865"/>
                    </a:lnTo>
                    <a:cubicBezTo>
                      <a:pt x="1881516" y="3641179"/>
                      <a:pt x="1659187" y="3566938"/>
                      <a:pt x="1418938" y="3407188"/>
                    </a:cubicBezTo>
                    <a:cubicBezTo>
                      <a:pt x="692220" y="2923298"/>
                      <a:pt x="60406" y="1829572"/>
                      <a:pt x="3995" y="959232"/>
                    </a:cubicBezTo>
                    <a:cubicBezTo>
                      <a:pt x="-35701" y="344923"/>
                      <a:pt x="223861" y="-3389"/>
                      <a:pt x="632151" y="25"/>
                    </a:cubicBezTo>
                    <a:close/>
                  </a:path>
                </a:pathLst>
              </a:custGeom>
              <a:solidFill>
                <a:schemeClr val="accent3"/>
              </a:solidFill>
              <a:ln>
                <a:noFill/>
              </a:ln>
              <a:effectLst>
                <a:outerShdw blurRad="38100" dist="12700" dir="5400000" algn="ctr" rotWithShape="0">
                  <a:srgbClr val="000000">
                    <a:alpha val="15000"/>
                  </a:srgbClr>
                </a:outerShdw>
              </a:effec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31" name="Freeform 6">
                <a:extLst>
                  <a:ext uri="{FF2B5EF4-FFF2-40B4-BE49-F238E27FC236}">
                    <a16:creationId xmlns:a16="http://schemas.microsoft.com/office/drawing/2014/main" id="{8EB54A6C-6CA0-CB67-ADDB-80C1EAA21F97}"/>
                  </a:ext>
                </a:extLst>
              </p:cNvPr>
              <p:cNvSpPr/>
              <p:nvPr/>
            </p:nvSpPr>
            <p:spPr bwMode="auto">
              <a:xfrm>
                <a:off x="4769555" y="1599589"/>
                <a:ext cx="2741958" cy="3990444"/>
              </a:xfrm>
              <a:custGeom>
                <a:avLst/>
                <a:gdLst>
                  <a:gd name="T0" fmla="*/ 3989 w 4131"/>
                  <a:gd name="T1" fmla="*/ 1192 h 6020"/>
                  <a:gd name="T2" fmla="*/ 3991 w 4131"/>
                  <a:gd name="T3" fmla="*/ 1570 h 6020"/>
                  <a:gd name="T4" fmla="*/ 1917 w 4131"/>
                  <a:gd name="T5" fmla="*/ 5163 h 6020"/>
                  <a:gd name="T6" fmla="*/ 218 w 4131"/>
                  <a:gd name="T7" fmla="*/ 4182 h 6020"/>
                  <a:gd name="T8" fmla="*/ 2292 w 4131"/>
                  <a:gd name="T9" fmla="*/ 589 h 6020"/>
                  <a:gd name="T10" fmla="*/ 3764 w 4131"/>
                  <a:gd name="T11" fmla="*/ 538 h 6020"/>
                  <a:gd name="T12" fmla="*/ 3881 w 4131"/>
                  <a:gd name="T13" fmla="*/ 478 h 6020"/>
                  <a:gd name="T14" fmla="*/ 2219 w 4131"/>
                  <a:gd name="T15" fmla="*/ 480 h 6020"/>
                  <a:gd name="T16" fmla="*/ 87 w 4131"/>
                  <a:gd name="T17" fmla="*/ 4174 h 6020"/>
                  <a:gd name="T18" fmla="*/ 1990 w 4131"/>
                  <a:gd name="T19" fmla="*/ 5272 h 6020"/>
                  <a:gd name="T20" fmla="*/ 4122 w 4131"/>
                  <a:gd name="T21" fmla="*/ 1579 h 6020"/>
                  <a:gd name="T22" fmla="*/ 4117 w 4131"/>
                  <a:gd name="T23" fmla="*/ 1168 h 6020"/>
                  <a:gd name="T24" fmla="*/ 3989 w 4131"/>
                  <a:gd name="T25" fmla="*/ 1192 h 6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31" h="6020">
                    <a:moveTo>
                      <a:pt x="3989" y="1192"/>
                    </a:moveTo>
                    <a:cubicBezTo>
                      <a:pt x="3999" y="1308"/>
                      <a:pt x="4000" y="1434"/>
                      <a:pt x="3991" y="1570"/>
                    </a:cubicBezTo>
                    <a:cubicBezTo>
                      <a:pt x="3909" y="2843"/>
                      <a:pt x="2978" y="4456"/>
                      <a:pt x="1917" y="5163"/>
                    </a:cubicBezTo>
                    <a:cubicBezTo>
                      <a:pt x="885" y="5852"/>
                      <a:pt x="138" y="5420"/>
                      <a:pt x="218" y="4182"/>
                    </a:cubicBezTo>
                    <a:cubicBezTo>
                      <a:pt x="300" y="2909"/>
                      <a:pt x="1231" y="1297"/>
                      <a:pt x="2292" y="589"/>
                    </a:cubicBezTo>
                    <a:cubicBezTo>
                      <a:pt x="2939" y="157"/>
                      <a:pt x="3475" y="166"/>
                      <a:pt x="3764" y="538"/>
                    </a:cubicBezTo>
                    <a:cubicBezTo>
                      <a:pt x="3799" y="511"/>
                      <a:pt x="3838" y="491"/>
                      <a:pt x="3881" y="478"/>
                    </a:cubicBezTo>
                    <a:cubicBezTo>
                      <a:pt x="3556" y="35"/>
                      <a:pt x="2940" y="0"/>
                      <a:pt x="2219" y="480"/>
                    </a:cubicBezTo>
                    <a:cubicBezTo>
                      <a:pt x="1124" y="1210"/>
                      <a:pt x="172" y="2860"/>
                      <a:pt x="87" y="4174"/>
                    </a:cubicBezTo>
                    <a:cubicBezTo>
                      <a:pt x="0" y="5520"/>
                      <a:pt x="868" y="6020"/>
                      <a:pt x="1990" y="5272"/>
                    </a:cubicBezTo>
                    <a:cubicBezTo>
                      <a:pt x="3085" y="4542"/>
                      <a:pt x="4037" y="2892"/>
                      <a:pt x="4122" y="1579"/>
                    </a:cubicBezTo>
                    <a:cubicBezTo>
                      <a:pt x="4131" y="1431"/>
                      <a:pt x="4130" y="1294"/>
                      <a:pt x="4117" y="1168"/>
                    </a:cubicBezTo>
                    <a:cubicBezTo>
                      <a:pt x="4077" y="1183"/>
                      <a:pt x="4034" y="1192"/>
                      <a:pt x="3989" y="1192"/>
                    </a:cubicBezTo>
                    <a:close/>
                  </a:path>
                </a:pathLst>
              </a:custGeom>
              <a:solidFill>
                <a:schemeClr val="bg2"/>
              </a:solidFill>
              <a:ln>
                <a:noFill/>
              </a:ln>
              <a:effectLst>
                <a:outerShdw blurRad="38100" dist="12700" dir="5400000" algn="ctr" rotWithShape="0">
                  <a:srgbClr val="000000">
                    <a:alpha val="15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32" name="Freeform 7">
                <a:extLst>
                  <a:ext uri="{FF2B5EF4-FFF2-40B4-BE49-F238E27FC236}">
                    <a16:creationId xmlns:a16="http://schemas.microsoft.com/office/drawing/2014/main" id="{116B5ABA-FF49-0CD1-9C12-997A3C2037C2}"/>
                  </a:ext>
                </a:extLst>
              </p:cNvPr>
              <p:cNvSpPr/>
              <p:nvPr/>
            </p:nvSpPr>
            <p:spPr bwMode="auto">
              <a:xfrm>
                <a:off x="4187825" y="2390943"/>
                <a:ext cx="4194176" cy="2230103"/>
              </a:xfrm>
              <a:custGeom>
                <a:avLst/>
                <a:gdLst>
                  <a:gd name="T0" fmla="*/ 5114 w 6320"/>
                  <a:gd name="T1" fmla="*/ 584 h 3364"/>
                  <a:gd name="T2" fmla="*/ 849 w 6320"/>
                  <a:gd name="T3" fmla="*/ 584 h 3364"/>
                  <a:gd name="T4" fmla="*/ 0 w 6320"/>
                  <a:gd name="T5" fmla="*/ 1386 h 3364"/>
                  <a:gd name="T6" fmla="*/ 7 w 6320"/>
                  <a:gd name="T7" fmla="*/ 1386 h 3364"/>
                  <a:gd name="T8" fmla="*/ 130 w 6320"/>
                  <a:gd name="T9" fmla="*/ 1413 h 3364"/>
                  <a:gd name="T10" fmla="*/ 907 w 6320"/>
                  <a:gd name="T11" fmla="*/ 701 h 3364"/>
                  <a:gd name="T12" fmla="*/ 5056 w 6320"/>
                  <a:gd name="T13" fmla="*/ 701 h 3364"/>
                  <a:gd name="T14" fmla="*/ 5056 w 6320"/>
                  <a:gd name="T15" fmla="*/ 2663 h 3364"/>
                  <a:gd name="T16" fmla="*/ 907 w 6320"/>
                  <a:gd name="T17" fmla="*/ 2663 h 3364"/>
                  <a:gd name="T18" fmla="*/ 130 w 6320"/>
                  <a:gd name="T19" fmla="*/ 1951 h 3364"/>
                  <a:gd name="T20" fmla="*/ 7 w 6320"/>
                  <a:gd name="T21" fmla="*/ 1978 h 3364"/>
                  <a:gd name="T22" fmla="*/ 0 w 6320"/>
                  <a:gd name="T23" fmla="*/ 1978 h 3364"/>
                  <a:gd name="T24" fmla="*/ 849 w 6320"/>
                  <a:gd name="T25" fmla="*/ 2781 h 3364"/>
                  <a:gd name="T26" fmla="*/ 5114 w 6320"/>
                  <a:gd name="T27" fmla="*/ 2781 h 3364"/>
                  <a:gd name="T28" fmla="*/ 5114 w 6320"/>
                  <a:gd name="T29" fmla="*/ 584 h 3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20" h="3364">
                    <a:moveTo>
                      <a:pt x="5114" y="584"/>
                    </a:moveTo>
                    <a:cubicBezTo>
                      <a:pt x="3934" y="0"/>
                      <a:pt x="2029" y="0"/>
                      <a:pt x="849" y="584"/>
                    </a:cubicBezTo>
                    <a:cubicBezTo>
                      <a:pt x="395" y="808"/>
                      <a:pt x="112" y="1090"/>
                      <a:pt x="0" y="1386"/>
                    </a:cubicBezTo>
                    <a:cubicBezTo>
                      <a:pt x="3" y="1386"/>
                      <a:pt x="5" y="1386"/>
                      <a:pt x="7" y="1386"/>
                    </a:cubicBezTo>
                    <a:cubicBezTo>
                      <a:pt x="51" y="1386"/>
                      <a:pt x="93" y="1396"/>
                      <a:pt x="130" y="1413"/>
                    </a:cubicBezTo>
                    <a:cubicBezTo>
                      <a:pt x="236" y="1153"/>
                      <a:pt x="494" y="905"/>
                      <a:pt x="907" y="701"/>
                    </a:cubicBezTo>
                    <a:cubicBezTo>
                      <a:pt x="2051" y="135"/>
                      <a:pt x="3912" y="135"/>
                      <a:pt x="5056" y="701"/>
                    </a:cubicBezTo>
                    <a:cubicBezTo>
                      <a:pt x="6163" y="1248"/>
                      <a:pt x="6163" y="2116"/>
                      <a:pt x="5056" y="2663"/>
                    </a:cubicBezTo>
                    <a:cubicBezTo>
                      <a:pt x="3912" y="3229"/>
                      <a:pt x="2051" y="3229"/>
                      <a:pt x="907" y="2663"/>
                    </a:cubicBezTo>
                    <a:cubicBezTo>
                      <a:pt x="494" y="2459"/>
                      <a:pt x="236" y="2211"/>
                      <a:pt x="130" y="1951"/>
                    </a:cubicBezTo>
                    <a:cubicBezTo>
                      <a:pt x="93" y="1968"/>
                      <a:pt x="51" y="1978"/>
                      <a:pt x="7" y="1978"/>
                    </a:cubicBezTo>
                    <a:cubicBezTo>
                      <a:pt x="5" y="1978"/>
                      <a:pt x="3" y="1978"/>
                      <a:pt x="0" y="1978"/>
                    </a:cubicBezTo>
                    <a:cubicBezTo>
                      <a:pt x="112" y="2274"/>
                      <a:pt x="395" y="2556"/>
                      <a:pt x="849" y="2781"/>
                    </a:cubicBezTo>
                    <a:cubicBezTo>
                      <a:pt x="2029" y="3364"/>
                      <a:pt x="3934" y="3364"/>
                      <a:pt x="5114" y="2781"/>
                    </a:cubicBezTo>
                    <a:cubicBezTo>
                      <a:pt x="6320" y="2184"/>
                      <a:pt x="6320" y="1180"/>
                      <a:pt x="5114" y="584"/>
                    </a:cubicBezTo>
                    <a:close/>
                  </a:path>
                </a:pathLst>
              </a:custGeom>
              <a:solidFill>
                <a:schemeClr val="accent1"/>
              </a:solidFill>
              <a:ln>
                <a:noFill/>
              </a:ln>
              <a:effectLst>
                <a:outerShdw blurRad="38100" dist="12700" dir="5400000" algn="ctr" rotWithShape="0">
                  <a:srgbClr val="000000">
                    <a:alpha val="15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1A"/>
                  </a:solidFill>
                  <a:effectLst/>
                  <a:uLnTx/>
                  <a:uFillTx/>
                  <a:latin typeface="Aptos" panose="02110004020202020204"/>
                  <a:ea typeface="+mn-ea"/>
                  <a:cs typeface="+mn-cs"/>
                </a:endParaRPr>
              </a:p>
            </p:txBody>
          </p:sp>
        </p:grpSp>
        <p:sp>
          <p:nvSpPr>
            <p:cNvPr id="23" name="Oval 22">
              <a:extLst>
                <a:ext uri="{FF2B5EF4-FFF2-40B4-BE49-F238E27FC236}">
                  <a16:creationId xmlns:a16="http://schemas.microsoft.com/office/drawing/2014/main" id="{89C317E1-2213-1DAC-40D4-556ABD0B6576}"/>
                </a:ext>
              </a:extLst>
            </p:cNvPr>
            <p:cNvSpPr/>
            <p:nvPr/>
          </p:nvSpPr>
          <p:spPr>
            <a:xfrm>
              <a:off x="7227263" y="1980423"/>
              <a:ext cx="345023" cy="345023"/>
            </a:xfrm>
            <a:prstGeom prst="ellipse">
              <a:avLst/>
            </a:prstGeom>
            <a:solidFill>
              <a:schemeClr val="bg1"/>
            </a:solidFill>
            <a:ln w="63500" cap="rnd" cmpd="sng">
              <a:solidFill>
                <a:schemeClr val="bg2"/>
              </a:solid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24" name="Oval 23">
              <a:extLst>
                <a:ext uri="{FF2B5EF4-FFF2-40B4-BE49-F238E27FC236}">
                  <a16:creationId xmlns:a16="http://schemas.microsoft.com/office/drawing/2014/main" id="{434E4232-084F-BC7D-2510-845C761A92AA}"/>
                </a:ext>
              </a:extLst>
            </p:cNvPr>
            <p:cNvSpPr/>
            <p:nvPr/>
          </p:nvSpPr>
          <p:spPr>
            <a:xfrm flipV="1">
              <a:off x="7085015" y="5060616"/>
              <a:ext cx="180978" cy="180978"/>
            </a:xfrm>
            <a:prstGeom prst="ellipse">
              <a:avLst/>
            </a:prstGeom>
            <a:solidFill>
              <a:schemeClr val="accent4"/>
            </a:solidFill>
            <a:ln w="63500" cap="rnd" cmpd="sng">
              <a:no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25" name="Oval 24">
              <a:extLst>
                <a:ext uri="{FF2B5EF4-FFF2-40B4-BE49-F238E27FC236}">
                  <a16:creationId xmlns:a16="http://schemas.microsoft.com/office/drawing/2014/main" id="{3B78E67D-73E9-1F4C-287E-D78F551E9103}"/>
                </a:ext>
              </a:extLst>
            </p:cNvPr>
            <p:cNvSpPr/>
            <p:nvPr/>
          </p:nvSpPr>
          <p:spPr>
            <a:xfrm flipV="1">
              <a:off x="7309285" y="2059270"/>
              <a:ext cx="180978" cy="180978"/>
            </a:xfrm>
            <a:prstGeom prst="ellipse">
              <a:avLst/>
            </a:prstGeom>
            <a:solidFill>
              <a:schemeClr val="bg2"/>
            </a:solidFill>
            <a:ln w="63500" cap="rnd" cmpd="sng">
              <a:no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26" name="Oval 25">
              <a:extLst>
                <a:ext uri="{FF2B5EF4-FFF2-40B4-BE49-F238E27FC236}">
                  <a16:creationId xmlns:a16="http://schemas.microsoft.com/office/drawing/2014/main" id="{AF1A54B2-2A0E-53E3-2383-3E01B9E46300}"/>
                </a:ext>
              </a:extLst>
            </p:cNvPr>
            <p:cNvSpPr/>
            <p:nvPr/>
          </p:nvSpPr>
          <p:spPr>
            <a:xfrm>
              <a:off x="6918011" y="4937674"/>
              <a:ext cx="469393" cy="469393"/>
            </a:xfrm>
            <a:prstGeom prst="ellipse">
              <a:avLst/>
            </a:prstGeom>
            <a:solidFill>
              <a:schemeClr val="bg1"/>
            </a:solidFill>
            <a:ln w="63500" cap="rnd" cmpd="sng">
              <a:solidFill>
                <a:schemeClr val="accent3"/>
              </a:solid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27" name="Oval 26">
              <a:extLst>
                <a:ext uri="{FF2B5EF4-FFF2-40B4-BE49-F238E27FC236}">
                  <a16:creationId xmlns:a16="http://schemas.microsoft.com/office/drawing/2014/main" id="{8F18B6C7-FC35-EE6C-18BC-E32A267BF633}"/>
                </a:ext>
              </a:extLst>
            </p:cNvPr>
            <p:cNvSpPr/>
            <p:nvPr/>
          </p:nvSpPr>
          <p:spPr>
            <a:xfrm flipV="1">
              <a:off x="7031981" y="5051001"/>
              <a:ext cx="246214" cy="246214"/>
            </a:xfrm>
            <a:prstGeom prst="ellipse">
              <a:avLst/>
            </a:prstGeom>
            <a:solidFill>
              <a:schemeClr val="accent3"/>
            </a:solidFill>
            <a:ln w="63500" cap="rnd" cmpd="sng">
              <a:no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28" name="Oval 27">
              <a:extLst>
                <a:ext uri="{FF2B5EF4-FFF2-40B4-BE49-F238E27FC236}">
                  <a16:creationId xmlns:a16="http://schemas.microsoft.com/office/drawing/2014/main" id="{CCF1BCA4-C940-1C7D-CBF6-097DE4C8135F}"/>
                </a:ext>
              </a:extLst>
            </p:cNvPr>
            <p:cNvSpPr/>
            <p:nvPr/>
          </p:nvSpPr>
          <p:spPr>
            <a:xfrm>
              <a:off x="4059564" y="3376480"/>
              <a:ext cx="256519" cy="256517"/>
            </a:xfrm>
            <a:prstGeom prst="ellipse">
              <a:avLst/>
            </a:prstGeom>
            <a:solidFill>
              <a:schemeClr val="bg1"/>
            </a:solidFill>
            <a:ln w="63500" cap="rnd" cmpd="sng">
              <a:solidFill>
                <a:schemeClr val="accent1"/>
              </a:solid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29" name="Oval 28">
              <a:extLst>
                <a:ext uri="{FF2B5EF4-FFF2-40B4-BE49-F238E27FC236}">
                  <a16:creationId xmlns:a16="http://schemas.microsoft.com/office/drawing/2014/main" id="{432F6FB8-4653-820B-94B8-05091F215432}"/>
                </a:ext>
              </a:extLst>
            </p:cNvPr>
            <p:cNvSpPr/>
            <p:nvPr/>
          </p:nvSpPr>
          <p:spPr>
            <a:xfrm flipV="1">
              <a:off x="4119883" y="3436538"/>
              <a:ext cx="134554" cy="134554"/>
            </a:xfrm>
            <a:prstGeom prst="ellipse">
              <a:avLst/>
            </a:prstGeom>
            <a:solidFill>
              <a:schemeClr val="accent1"/>
            </a:solidFill>
            <a:ln w="63500" cap="rnd" cmpd="sng">
              <a:no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grpSp>
      <p:sp>
        <p:nvSpPr>
          <p:cNvPr id="35" name="Oval 34">
            <a:extLst>
              <a:ext uri="{FF2B5EF4-FFF2-40B4-BE49-F238E27FC236}">
                <a16:creationId xmlns:a16="http://schemas.microsoft.com/office/drawing/2014/main" id="{2C7D8E52-93B3-E831-EAE4-D02088FA4708}"/>
              </a:ext>
            </a:extLst>
          </p:cNvPr>
          <p:cNvSpPr/>
          <p:nvPr/>
        </p:nvSpPr>
        <p:spPr>
          <a:xfrm>
            <a:off x="4866460" y="5151142"/>
            <a:ext cx="256519" cy="256517"/>
          </a:xfrm>
          <a:prstGeom prst="ellipse">
            <a:avLst/>
          </a:prstGeom>
          <a:solidFill>
            <a:schemeClr val="bg1"/>
          </a:solidFill>
          <a:ln w="63500" cap="rnd" cmpd="sng">
            <a:solidFill>
              <a:schemeClr val="bg2"/>
            </a:solid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36" name="Oval 35">
            <a:extLst>
              <a:ext uri="{FF2B5EF4-FFF2-40B4-BE49-F238E27FC236}">
                <a16:creationId xmlns:a16="http://schemas.microsoft.com/office/drawing/2014/main" id="{36E6DD3C-6420-6521-C60B-C301805160DB}"/>
              </a:ext>
            </a:extLst>
          </p:cNvPr>
          <p:cNvSpPr/>
          <p:nvPr/>
        </p:nvSpPr>
        <p:spPr>
          <a:xfrm flipV="1">
            <a:off x="4927442" y="5212123"/>
            <a:ext cx="134554" cy="134554"/>
          </a:xfrm>
          <a:prstGeom prst="ellipse">
            <a:avLst/>
          </a:prstGeom>
          <a:solidFill>
            <a:schemeClr val="bg2"/>
          </a:solidFill>
          <a:ln w="63500" cap="rnd" cmpd="sng">
            <a:noFill/>
            <a:prstDash val="solid"/>
            <a:miter lim="800000"/>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110004020202020204"/>
              <a:ea typeface="+mn-ea"/>
              <a:cs typeface="+mn-cs"/>
            </a:endParaRPr>
          </a:p>
        </p:txBody>
      </p:sp>
      <p:cxnSp>
        <p:nvCxnSpPr>
          <p:cNvPr id="40" name="Connector: Elbow 10">
            <a:extLst>
              <a:ext uri="{FF2B5EF4-FFF2-40B4-BE49-F238E27FC236}">
                <a16:creationId xmlns:a16="http://schemas.microsoft.com/office/drawing/2014/main" id="{5C716708-D04C-C7F3-B441-99569313BFB0}"/>
              </a:ext>
            </a:extLst>
          </p:cNvPr>
          <p:cNvCxnSpPr>
            <a:cxnSpLocks/>
          </p:cNvCxnSpPr>
          <p:nvPr/>
        </p:nvCxnSpPr>
        <p:spPr>
          <a:xfrm flipH="1">
            <a:off x="7611812" y="1366981"/>
            <a:ext cx="1236914" cy="843036"/>
          </a:xfrm>
          <a:prstGeom prst="bentConnector3">
            <a:avLst>
              <a:gd name="adj1" fmla="val 50000"/>
            </a:avLst>
          </a:prstGeom>
          <a:ln>
            <a:solidFill>
              <a:schemeClr val="bg2"/>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41" name="Connector: Elbow 15">
            <a:extLst>
              <a:ext uri="{FF2B5EF4-FFF2-40B4-BE49-F238E27FC236}">
                <a16:creationId xmlns:a16="http://schemas.microsoft.com/office/drawing/2014/main" id="{212852C5-1A08-1881-1E9F-20C9AC2F3E57}"/>
              </a:ext>
            </a:extLst>
          </p:cNvPr>
          <p:cNvCxnSpPr>
            <a:cxnSpLocks/>
          </p:cNvCxnSpPr>
          <p:nvPr/>
        </p:nvCxnSpPr>
        <p:spPr>
          <a:xfrm flipH="1">
            <a:off x="7376952" y="4017598"/>
            <a:ext cx="1471774" cy="1215084"/>
          </a:xfrm>
          <a:prstGeom prst="bentConnector3">
            <a:avLst>
              <a:gd name="adj1" fmla="val 37704"/>
            </a:avLst>
          </a:prstGeom>
          <a:ln>
            <a:solidFill>
              <a:schemeClr val="accent3"/>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D7966B34-5C97-03D7-2F9E-66E3422A3E8E}"/>
              </a:ext>
            </a:extLst>
          </p:cNvPr>
          <p:cNvSpPr>
            <a:spLocks noGrp="1"/>
          </p:cNvSpPr>
          <p:nvPr/>
        </p:nvSpPr>
        <p:spPr>
          <a:xfrm>
            <a:off x="9081161" y="1119759"/>
            <a:ext cx="2613320" cy="501397"/>
          </a:xfrm>
          <a:prstGeom prst="rect">
            <a:avLst/>
          </a:prstGeom>
        </p:spPr>
        <p:txBody>
          <a:bodyPr vert="horz" lIns="91440" tIns="45720" rIns="91440" bIns="45720" rtlCol="0" anchor="t">
            <a:normAutofit lnSpcReduction="10000"/>
          </a:bodyPr>
          <a:lstStyle>
            <a:lvl1pPr marL="0" marR="0" indent="0" algn="l" defTabSz="914400" rtl="0" eaLnBrk="1" fontAlgn="auto" latinLnBrk="0" hangingPunct="1">
              <a:lnSpc>
                <a:spcPct val="150000"/>
              </a:lnSpc>
              <a:spcBef>
                <a:spcPts val="600"/>
              </a:spcBef>
              <a:spcAft>
                <a:spcPts val="0"/>
              </a:spcAft>
              <a:buClrTx/>
              <a:buSzTx/>
              <a:buFont typeface="Arial" panose="020B0604020202020204" pitchFamily="34" charset="0"/>
              <a:buNone/>
              <a:tabLst/>
              <a:defRPr sz="2000" b="1" i="0" kern="1200" spc="0">
                <a:solidFill>
                  <a:schemeClr val="accent2"/>
                </a:solidFill>
                <a:latin typeface="Segoe UI Semibold" panose="020B0502040204020203" pitchFamily="34" charset="0"/>
                <a:ea typeface="Segoe UI Semibold" panose="020B0502040204020203" pitchFamily="34" charset="0"/>
                <a:cs typeface="Segoe UI Semibold"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solidFill>
                  <a:schemeClr val="bg2"/>
                </a:solidFill>
                <a:latin typeface="Segoe UI Light"/>
                <a:cs typeface="Segoe UI Light"/>
              </a:rPr>
              <a:t>Ziel</a:t>
            </a:r>
            <a:endParaRPr lang="en-US" sz="1800" b="0">
              <a:solidFill>
                <a:srgbClr val="000000"/>
              </a:solidFill>
              <a:latin typeface="Segoe UI Light"/>
              <a:cs typeface="Segoe UI Light"/>
            </a:endParaRPr>
          </a:p>
          <a:p>
            <a:endParaRPr lang="en-US" sz="1800" dirty="0">
              <a:solidFill>
                <a:schemeClr val="bg2"/>
              </a:solidFill>
              <a:latin typeface="Segoe UI Light" panose="020B0502040204020203" pitchFamily="34" charset="0"/>
              <a:cs typeface="Segoe UI Light" panose="020B0502040204020203" pitchFamily="34" charset="0"/>
            </a:endParaRPr>
          </a:p>
        </p:txBody>
      </p:sp>
      <p:sp>
        <p:nvSpPr>
          <p:cNvPr id="9" name="Text Placeholder 5">
            <a:extLst>
              <a:ext uri="{FF2B5EF4-FFF2-40B4-BE49-F238E27FC236}">
                <a16:creationId xmlns:a16="http://schemas.microsoft.com/office/drawing/2014/main" id="{AC14D92B-7385-554E-59BF-C0CB740629D1}"/>
              </a:ext>
            </a:extLst>
          </p:cNvPr>
          <p:cNvSpPr>
            <a:spLocks noGrp="1"/>
          </p:cNvSpPr>
          <p:nvPr/>
        </p:nvSpPr>
        <p:spPr>
          <a:xfrm>
            <a:off x="9077820" y="3785616"/>
            <a:ext cx="2616661" cy="519722"/>
          </a:xfrm>
          <a:prstGeom prst="rect">
            <a:avLst/>
          </a:prstGeom>
        </p:spPr>
        <p:txBody>
          <a:bodyPr vert="horz" lIns="91440" tIns="45720" rIns="91440" bIns="45720" rtlCol="0" anchor="t">
            <a:noAutofit/>
          </a:bodyPr>
          <a:lstStyle>
            <a:lvl1pPr marL="0" marR="0" indent="0" algn="l" defTabSz="914400" rtl="0" eaLnBrk="1" fontAlgn="auto" latinLnBrk="0" hangingPunct="1">
              <a:lnSpc>
                <a:spcPct val="150000"/>
              </a:lnSpc>
              <a:spcBef>
                <a:spcPts val="600"/>
              </a:spcBef>
              <a:spcAft>
                <a:spcPts val="0"/>
              </a:spcAft>
              <a:buClrTx/>
              <a:buSzTx/>
              <a:buFont typeface="Arial" panose="020B0604020202020204" pitchFamily="34" charset="0"/>
              <a:buNone/>
              <a:tabLst/>
              <a:defRPr sz="2000" b="1" i="0" kern="1200" spc="0">
                <a:solidFill>
                  <a:schemeClr val="accent4"/>
                </a:solidFill>
                <a:latin typeface="Segoe UI Semibold" panose="020B0502040204020203" pitchFamily="34" charset="0"/>
                <a:ea typeface="Segoe UI Semibold" panose="020B0502040204020203" pitchFamily="34" charset="0"/>
                <a:cs typeface="Segoe UI Semibold"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accent3"/>
                </a:solidFill>
                <a:latin typeface="Segoe UI Light"/>
                <a:cs typeface="Segoe UI Light"/>
              </a:rPr>
              <a:t>TWT-</a:t>
            </a:r>
            <a:r>
              <a:rPr lang="en-US" sz="1800" dirty="0" err="1">
                <a:solidFill>
                  <a:schemeClr val="accent3"/>
                </a:solidFill>
                <a:latin typeface="Segoe UI Light"/>
                <a:cs typeface="Segoe UI Light"/>
              </a:rPr>
              <a:t>Mehrwert</a:t>
            </a:r>
            <a:endParaRPr lang="en-US" sz="1800" b="0" dirty="0" err="1">
              <a:solidFill>
                <a:srgbClr val="000000"/>
              </a:solidFill>
              <a:latin typeface="Segoe UI Light"/>
              <a:cs typeface="Segoe UI Light"/>
            </a:endParaRPr>
          </a:p>
          <a:p>
            <a:endParaRPr lang="en-US" sz="1800" dirty="0">
              <a:solidFill>
                <a:schemeClr val="accent3"/>
              </a:solidFill>
              <a:latin typeface="Segoe UI Light" panose="020B0502040204020203" pitchFamily="34" charset="0"/>
              <a:cs typeface="Segoe UI Light" panose="020B0502040204020203" pitchFamily="34" charset="0"/>
            </a:endParaRPr>
          </a:p>
        </p:txBody>
      </p:sp>
      <p:sp>
        <p:nvSpPr>
          <p:cNvPr id="10" name="Text Placeholder 7">
            <a:extLst>
              <a:ext uri="{FF2B5EF4-FFF2-40B4-BE49-F238E27FC236}">
                <a16:creationId xmlns:a16="http://schemas.microsoft.com/office/drawing/2014/main" id="{DD7D1A59-8339-9812-9112-FD40DA3CD5E5}"/>
              </a:ext>
            </a:extLst>
          </p:cNvPr>
          <p:cNvSpPr>
            <a:spLocks noGrp="1"/>
          </p:cNvSpPr>
          <p:nvPr/>
        </p:nvSpPr>
        <p:spPr>
          <a:xfrm>
            <a:off x="424320" y="847259"/>
            <a:ext cx="2068426" cy="519722"/>
          </a:xfrm>
          <a:prstGeom prst="rect">
            <a:avLst/>
          </a:prstGeom>
        </p:spPr>
        <p:txBody>
          <a:bodyPr vert="horz" lIns="91440" tIns="45720" rIns="91440" bIns="45720" rtlCol="0" anchor="t">
            <a:normAutofit/>
          </a:bodyPr>
          <a:lstStyle>
            <a:lvl1pPr marL="0" marR="0" indent="0" algn="l" defTabSz="914400" rtl="0" eaLnBrk="1" fontAlgn="auto" latinLnBrk="0" hangingPunct="1">
              <a:lnSpc>
                <a:spcPct val="150000"/>
              </a:lnSpc>
              <a:spcBef>
                <a:spcPts val="600"/>
              </a:spcBef>
              <a:spcAft>
                <a:spcPts val="0"/>
              </a:spcAft>
              <a:buClrTx/>
              <a:buSzTx/>
              <a:buFont typeface="Arial" panose="020B0604020202020204" pitchFamily="34" charset="0"/>
              <a:buNone/>
              <a:tabLst/>
              <a:defRPr sz="2000" b="1" i="0" kern="1200" spc="0" baseline="0">
                <a:solidFill>
                  <a:schemeClr val="tx2"/>
                </a:solidFill>
                <a:latin typeface="Segoe UI Semibold" panose="020B0502040204020203" pitchFamily="34" charset="0"/>
                <a:ea typeface="Segoe UI Semibold" panose="020B0502040204020203" pitchFamily="34" charset="0"/>
                <a:cs typeface="Segoe UI Semibold"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err="1">
                <a:solidFill>
                  <a:schemeClr val="tx1"/>
                </a:solidFill>
                <a:latin typeface="Segoe UI Light"/>
                <a:cs typeface="Segoe UI Light"/>
              </a:rPr>
              <a:t>Einleitung</a:t>
            </a:r>
            <a:r>
              <a:rPr lang="en-US" sz="1800" dirty="0">
                <a:solidFill>
                  <a:schemeClr val="tx1"/>
                </a:solidFill>
                <a:latin typeface="Segoe UI Light"/>
                <a:cs typeface="Segoe UI Light"/>
              </a:rPr>
              <a:t> </a:t>
            </a:r>
            <a:endParaRPr lang="en-US" sz="1800" b="0" dirty="0">
              <a:solidFill>
                <a:schemeClr val="tx1"/>
              </a:solidFill>
              <a:latin typeface="Segoe UI Light"/>
              <a:cs typeface="Segoe UI Light"/>
            </a:endParaRPr>
          </a:p>
          <a:p>
            <a:endParaRPr lang="en-US" sz="1800" b="0" dirty="0">
              <a:solidFill>
                <a:schemeClr val="tx1"/>
              </a:solidFill>
              <a:latin typeface="Segoe UI Light"/>
              <a:cs typeface="Segoe UI Light"/>
            </a:endParaRPr>
          </a:p>
          <a:p>
            <a:endParaRPr lang="en-US" sz="1800" dirty="0">
              <a:solidFill>
                <a:schemeClr val="tx1"/>
              </a:solidFill>
              <a:latin typeface="Segoe UI Light" panose="020B0502040204020203" pitchFamily="34" charset="0"/>
              <a:cs typeface="Segoe UI Light" panose="020B0502040204020203" pitchFamily="34" charset="0"/>
            </a:endParaRPr>
          </a:p>
        </p:txBody>
      </p:sp>
      <p:sp>
        <p:nvSpPr>
          <p:cNvPr id="13" name="Text Placeholder 6">
            <a:extLst>
              <a:ext uri="{FF2B5EF4-FFF2-40B4-BE49-F238E27FC236}">
                <a16:creationId xmlns:a16="http://schemas.microsoft.com/office/drawing/2014/main" id="{C4515971-C757-4EB9-4BB8-A60EF410D9AF}"/>
              </a:ext>
            </a:extLst>
          </p:cNvPr>
          <p:cNvSpPr>
            <a:spLocks noGrp="1"/>
          </p:cNvSpPr>
          <p:nvPr/>
        </p:nvSpPr>
        <p:spPr>
          <a:xfrm>
            <a:off x="326140" y="1325006"/>
            <a:ext cx="2855808" cy="2240686"/>
          </a:xfrm>
          <a:prstGeom prst="rect">
            <a:avLst/>
          </a:prstGeom>
        </p:spPr>
        <p:txBody>
          <a:bodyPr vert="horz" lIns="91440" tIns="45720" rIns="91440" bIns="45720" rtlCol="0" anchor="t">
            <a:noAutofit/>
          </a:bodyPr>
          <a:lstStyle>
            <a:lvl1pPr marL="0" marR="0" indent="0" algn="l" defTabSz="914400" rtl="0" eaLnBrk="1" fontAlgn="auto" latinLnBrk="0" hangingPunct="1">
              <a:lnSpc>
                <a:spcPct val="150000"/>
              </a:lnSpc>
              <a:spcBef>
                <a:spcPts val="600"/>
              </a:spcBef>
              <a:spcAft>
                <a:spcPts val="0"/>
              </a:spcAft>
              <a:buClrTx/>
              <a:buSzTx/>
              <a:buFont typeface="Arial" panose="020B0604020202020204" pitchFamily="34" charset="0"/>
              <a:buNone/>
              <a:tabLst/>
              <a:defRPr sz="1400" b="1" i="0" kern="1200" spc="0">
                <a:solidFill>
                  <a:schemeClr val="tx1"/>
                </a:solidFill>
                <a:latin typeface="Segoe UI Light" panose="020B0502040204020203" pitchFamily="34" charset="0"/>
                <a:ea typeface="Segoe UI" panose="020B0502040204020203"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de-DE" sz="1200" b="0" dirty="0"/>
              <a:t>Elektrische Allradsysteme (AWD) erfordern eine koordinierte Softwaresteuerung der unabhängig angetriebenen Vorder- und Hinterachse, um Fahrdynamik, Traktion und Sicherheit unter verschiedenen Betriebs- und Fahrbahnbedingungen sicherzustellen.</a:t>
            </a:r>
            <a:endParaRPr lang="en-US" sz="1200" dirty="0"/>
          </a:p>
        </p:txBody>
      </p:sp>
      <p:sp>
        <p:nvSpPr>
          <p:cNvPr id="43" name="Text Placeholder 2">
            <a:extLst>
              <a:ext uri="{FF2B5EF4-FFF2-40B4-BE49-F238E27FC236}">
                <a16:creationId xmlns:a16="http://schemas.microsoft.com/office/drawing/2014/main" id="{094E21FE-8225-AB2F-14F2-5BD9408D2E1B}"/>
              </a:ext>
            </a:extLst>
          </p:cNvPr>
          <p:cNvSpPr>
            <a:spLocks noGrp="1"/>
          </p:cNvSpPr>
          <p:nvPr/>
        </p:nvSpPr>
        <p:spPr>
          <a:xfrm>
            <a:off x="9073808" y="1419422"/>
            <a:ext cx="2741958" cy="2279945"/>
          </a:xfrm>
          <a:prstGeom prst="rect">
            <a:avLst/>
          </a:prstGeom>
        </p:spPr>
        <p:txBody>
          <a:bodyPr vert="horz" lIns="91440" tIns="45720" rIns="91440" bIns="45720" rtlCol="0" anchor="t">
            <a:noAutofit/>
          </a:bodyPr>
          <a:lstStyle>
            <a:lvl1pPr marL="0" marR="0" indent="0" algn="l" defTabSz="914400" rtl="0" eaLnBrk="1" fontAlgn="auto" latinLnBrk="0" hangingPunct="1">
              <a:lnSpc>
                <a:spcPct val="150000"/>
              </a:lnSpc>
              <a:spcBef>
                <a:spcPts val="600"/>
              </a:spcBef>
              <a:spcAft>
                <a:spcPts val="0"/>
              </a:spcAft>
              <a:buClrTx/>
              <a:buSzTx/>
              <a:buFont typeface="Arial" panose="020B0604020202020204" pitchFamily="34" charset="0"/>
              <a:buNone/>
              <a:tabLst/>
              <a:defRPr sz="1400" b="1" i="0" kern="1200" spc="0">
                <a:solidFill>
                  <a:schemeClr val="tx1"/>
                </a:solidFill>
                <a:latin typeface="Segoe UI Light" panose="020B0502040204020203" pitchFamily="34" charset="0"/>
                <a:ea typeface="Segoe UI" panose="020B0502040204020203"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de-DE" sz="1200" b="0" dirty="0"/>
              <a:t>Absicherung der elektrischen AWD-Funktionalität durch HiL- und Fahrzeugtests, um ein sicheres und dynamisches Systemverhalten unter Normal- und Fehlerbedingungen sicherzustellen.</a:t>
            </a:r>
            <a:endParaRPr lang="en-US" sz="1200" b="0" dirty="0">
              <a:cs typeface="Segoe UI Light"/>
            </a:endParaRPr>
          </a:p>
        </p:txBody>
      </p:sp>
      <p:sp>
        <p:nvSpPr>
          <p:cNvPr id="46" name="Text Placeholder 4">
            <a:extLst>
              <a:ext uri="{FF2B5EF4-FFF2-40B4-BE49-F238E27FC236}">
                <a16:creationId xmlns:a16="http://schemas.microsoft.com/office/drawing/2014/main" id="{F6EF9448-0AD6-E534-99C9-2E40F916B9D3}"/>
              </a:ext>
            </a:extLst>
          </p:cNvPr>
          <p:cNvSpPr>
            <a:spLocks noGrp="1"/>
          </p:cNvSpPr>
          <p:nvPr/>
        </p:nvSpPr>
        <p:spPr>
          <a:xfrm>
            <a:off x="9077821" y="4248773"/>
            <a:ext cx="2800235" cy="1215036"/>
          </a:xfrm>
          <a:prstGeom prst="rect">
            <a:avLst/>
          </a:prstGeom>
        </p:spPr>
        <p:txBody>
          <a:bodyPr vert="horz" lIns="91440" tIns="45720" rIns="91440" bIns="45720" rtlCol="0" anchor="t">
            <a:noAutofit/>
          </a:bodyPr>
          <a:lstStyle>
            <a:lvl1pPr marL="0" marR="0" indent="0" algn="l" defTabSz="914400" rtl="0" eaLnBrk="1" fontAlgn="auto" latinLnBrk="0" hangingPunct="1">
              <a:lnSpc>
                <a:spcPct val="150000"/>
              </a:lnSpc>
              <a:spcBef>
                <a:spcPts val="600"/>
              </a:spcBef>
              <a:spcAft>
                <a:spcPts val="0"/>
              </a:spcAft>
              <a:buClrTx/>
              <a:buSzTx/>
              <a:buFont typeface="Arial" panose="020B0604020202020204" pitchFamily="34" charset="0"/>
              <a:buNone/>
              <a:tabLst/>
              <a:defRPr sz="1400" b="1" i="0" kern="1200" spc="0">
                <a:solidFill>
                  <a:schemeClr val="tx1"/>
                </a:solidFill>
                <a:latin typeface="Segoe UI Light" panose="020B0502040204020203" pitchFamily="34" charset="0"/>
                <a:ea typeface="Segoe UI" panose="020B0502040204020203"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de-DE" sz="1200" b="0" dirty="0"/>
              <a:t>TWT bringt tiefgreifendes Funktionswissen im Bereich elektrischer Allradsysteme ein und kombiniert HiL-Absicherung, erfahrene Testfahrer, Messdatenanalyse und Defect-Voranalyse.</a:t>
            </a:r>
            <a:endParaRPr lang="en-US" sz="1200" b="0" dirty="0">
              <a:cs typeface="Segoe UI Light"/>
            </a:endParaRPr>
          </a:p>
        </p:txBody>
      </p:sp>
      <p:sp>
        <p:nvSpPr>
          <p:cNvPr id="59" name="TextBox 58">
            <a:extLst>
              <a:ext uri="{FF2B5EF4-FFF2-40B4-BE49-F238E27FC236}">
                <a16:creationId xmlns:a16="http://schemas.microsoft.com/office/drawing/2014/main" id="{43C0AE07-20EF-08BC-A23D-7FECFD4DB2B8}"/>
              </a:ext>
            </a:extLst>
          </p:cNvPr>
          <p:cNvSpPr txBox="1"/>
          <p:nvPr/>
        </p:nvSpPr>
        <p:spPr>
          <a:xfrm>
            <a:off x="5225344" y="1295660"/>
            <a:ext cx="1802096" cy="276999"/>
          </a:xfrm>
          <a:prstGeom prst="rect">
            <a:avLst/>
          </a:prstGeom>
          <a:noFill/>
        </p:spPr>
        <p:txBody>
          <a:bodyPr wrap="none" lIns="91440" tIns="45720" rIns="91440" bIns="45720" rtlCol="0" anchor="t">
            <a:spAutoFit/>
          </a:bodyPr>
          <a:lstStyle/>
          <a:p>
            <a:r>
              <a:rPr lang="en-US" sz="1200" b="1" dirty="0" err="1">
                <a:latin typeface="Segoe UI Light"/>
                <a:cs typeface="Segoe UI Light"/>
              </a:rPr>
              <a:t>Zeitraum</a:t>
            </a:r>
            <a:r>
              <a:rPr lang="en-US" sz="1200" b="1" dirty="0">
                <a:latin typeface="Segoe UI Light"/>
                <a:cs typeface="Segoe UI Light"/>
              </a:rPr>
              <a:t>: No info – 2026</a:t>
            </a:r>
          </a:p>
        </p:txBody>
      </p:sp>
      <p:sp>
        <p:nvSpPr>
          <p:cNvPr id="71" name="TextBox 1">
            <a:extLst>
              <a:ext uri="{FF2B5EF4-FFF2-40B4-BE49-F238E27FC236}">
                <a16:creationId xmlns:a16="http://schemas.microsoft.com/office/drawing/2014/main" id="{24DC6905-0CC6-B622-3940-9E26A64A8031}"/>
              </a:ext>
            </a:extLst>
          </p:cNvPr>
          <p:cNvSpPr txBox="1"/>
          <p:nvPr/>
        </p:nvSpPr>
        <p:spPr>
          <a:xfrm>
            <a:off x="5259204" y="2690929"/>
            <a:ext cx="1589392" cy="184665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dirty="0" err="1">
                <a:latin typeface="Segoe UI Light"/>
              </a:rPr>
              <a:t>Technologien</a:t>
            </a:r>
            <a:r>
              <a:rPr lang="en-US" sz="1200" b="1" dirty="0">
                <a:latin typeface="Segoe UI Light"/>
              </a:rPr>
              <a:t>/</a:t>
            </a:r>
            <a:br>
              <a:rPr lang="en-US" sz="1200" b="1" dirty="0">
                <a:latin typeface="Segoe UI Light"/>
              </a:rPr>
            </a:br>
            <a:r>
              <a:rPr lang="en-US" sz="1200" b="1" dirty="0" err="1">
                <a:latin typeface="Segoe UI Light"/>
              </a:rPr>
              <a:t>Werkzeuge</a:t>
            </a:r>
            <a:r>
              <a:rPr lang="en-US" sz="1200" b="1" dirty="0">
                <a:latin typeface="Segoe UI Light"/>
              </a:rPr>
              <a:t>: </a:t>
            </a:r>
            <a:br>
              <a:rPr lang="en-US" sz="1200" b="1" dirty="0">
                <a:latin typeface="Segoe UI Light"/>
              </a:rPr>
            </a:br>
            <a:r>
              <a:rPr lang="en-US" sz="1200" dirty="0">
                <a:latin typeface="Segoe UI Light"/>
                <a:ea typeface="+mn-lt"/>
                <a:cs typeface="Segoe UI Light"/>
              </a:rPr>
              <a:t> </a:t>
            </a:r>
            <a:r>
              <a:rPr lang="en-US" dirty="0"/>
              <a:t> </a:t>
            </a:r>
            <a:r>
              <a:rPr lang="de-DE" sz="1200" dirty="0">
                <a:latin typeface="Segoe UI Light" panose="020B0502040204020203" pitchFamily="34" charset="0"/>
                <a:cs typeface="Segoe UI Light" panose="020B0502040204020203" pitchFamily="34" charset="0"/>
              </a:rPr>
              <a:t>INCA (Integrated Calibration and Application), TPT (Time Partition Testing), MicroNova EXAM, MicroNova NovaCARTS</a:t>
            </a:r>
            <a:endParaRPr lang="en-US" sz="1200" dirty="0">
              <a:latin typeface="Segoe UI Light" panose="020B0502040204020203" pitchFamily="34" charset="0"/>
              <a:cs typeface="Segoe UI Light" panose="020B0502040204020203" pitchFamily="34" charset="0"/>
            </a:endParaRPr>
          </a:p>
        </p:txBody>
      </p:sp>
      <p:pic>
        <p:nvPicPr>
          <p:cNvPr id="4" name="Logo">
            <a:extLst>
              <a:ext uri="{FF2B5EF4-FFF2-40B4-BE49-F238E27FC236}">
                <a16:creationId xmlns:a16="http://schemas.microsoft.com/office/drawing/2014/main" id="{8F321418-2BAF-22FC-5309-D7F1C3D68997}"/>
              </a:ext>
            </a:extLst>
          </p:cNvPr>
          <p:cNvPicPr/>
          <p:nvPr/>
        </p:nvPicPr>
        <p:blipFill>
          <a:blip>
            <a:extLst>
              <a:ext uri="{96DAC541-7B7A-43D3-8B79-37D633B846F1}">
                <asvg:svgBlip xmlns:asvg="http://schemas.microsoft.com/office/drawing/2016/SVG/main" r:embed="rId3"/>
              </a:ext>
            </a:extLst>
          </a:blip>
          <a:srcRect/>
          <a:stretch/>
        </p:blipFill>
        <p:spPr>
          <a:xfrm>
            <a:off x="11474809" y="272746"/>
            <a:ext cx="377178" cy="491971"/>
          </a:xfrm>
          <a:prstGeom prst="rect">
            <a:avLst/>
          </a:prstGeom>
        </p:spPr>
      </p:pic>
      <p:sp>
        <p:nvSpPr>
          <p:cNvPr id="5" name="TWT">
            <a:extLst>
              <a:ext uri="{FF2B5EF4-FFF2-40B4-BE49-F238E27FC236}">
                <a16:creationId xmlns:a16="http://schemas.microsoft.com/office/drawing/2014/main" id="{66C7A904-432E-AD16-27D5-75316F42471C}"/>
              </a:ext>
            </a:extLst>
          </p:cNvPr>
          <p:cNvSpPr txBox="1"/>
          <p:nvPr/>
        </p:nvSpPr>
        <p:spPr>
          <a:xfrm>
            <a:off x="11013485" y="431780"/>
            <a:ext cx="493128" cy="204671"/>
          </a:xfrm>
          <a:prstGeom prst="rect">
            <a:avLst/>
          </a:prstGeom>
          <a:noFill/>
        </p:spPr>
        <p:txBody>
          <a:bodyPr wrap="square" rtlCol="0">
            <a:spAutoFit/>
          </a:bodyPr>
          <a:lstStyle/>
          <a:p>
            <a:r>
              <a:rPr lang="en-US" sz="730" b="0" i="0" spc="150">
                <a:solidFill>
                  <a:schemeClr val="tx1"/>
                </a:solidFill>
                <a:latin typeface="Segoe UI" panose="020B0502040204020203" pitchFamily="34" charset="0"/>
                <a:ea typeface="Segoe UI" panose="020B0502040204020203" pitchFamily="34" charset="0"/>
                <a:cs typeface="Segoe UI" panose="020B0502040204020203" pitchFamily="34" charset="0"/>
              </a:rPr>
              <a:t>TWT</a:t>
            </a:r>
            <a:endParaRPr lang="en-US" sz="800" spc="150">
              <a:solidFill>
                <a:schemeClr val="tx1"/>
              </a:solidFill>
              <a:latin typeface="Raleway" pitchFamily="2" charset="77"/>
              <a:ea typeface="Segoe UI" panose="020B0502040204020203" pitchFamily="34" charset="0"/>
              <a:cs typeface="Segoe UI" panose="020B0502040204020203" pitchFamily="34" charset="0"/>
            </a:endParaRPr>
          </a:p>
        </p:txBody>
      </p:sp>
      <p:grpSp>
        <p:nvGrpSpPr>
          <p:cNvPr id="63" name="Group 62">
            <a:extLst>
              <a:ext uri="{FF2B5EF4-FFF2-40B4-BE49-F238E27FC236}">
                <a16:creationId xmlns:a16="http://schemas.microsoft.com/office/drawing/2014/main" id="{5B2204F3-60B0-3A70-39D6-F07A55A747ED}"/>
              </a:ext>
            </a:extLst>
          </p:cNvPr>
          <p:cNvGrpSpPr/>
          <p:nvPr/>
        </p:nvGrpSpPr>
        <p:grpSpPr>
          <a:xfrm>
            <a:off x="2530846" y="1107121"/>
            <a:ext cx="1314557" cy="2507138"/>
            <a:chOff x="2278741" y="1180722"/>
            <a:chExt cx="1512908" cy="2335228"/>
          </a:xfrm>
        </p:grpSpPr>
        <p:cxnSp>
          <p:nvCxnSpPr>
            <p:cNvPr id="37" name="Connector: Elbow 18">
              <a:extLst>
                <a:ext uri="{FF2B5EF4-FFF2-40B4-BE49-F238E27FC236}">
                  <a16:creationId xmlns:a16="http://schemas.microsoft.com/office/drawing/2014/main" id="{70D2049C-4EFA-950C-801F-77AD25699D1A}"/>
                </a:ext>
              </a:extLst>
            </p:cNvPr>
            <p:cNvCxnSpPr>
              <a:cxnSpLocks/>
              <a:endCxn id="10" idx="3"/>
            </p:cNvCxnSpPr>
            <p:nvPr/>
          </p:nvCxnSpPr>
          <p:spPr>
            <a:xfrm rot="16200000" flipV="1">
              <a:off x="1696596" y="1762867"/>
              <a:ext cx="2091018" cy="926727"/>
            </a:xfrm>
            <a:prstGeom prst="bentConnector2">
              <a:avLst/>
            </a:prstGeom>
            <a:ln w="127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C72761D-7CDD-1E78-C85A-F7CB7A1F9137}"/>
                </a:ext>
              </a:extLst>
            </p:cNvPr>
            <p:cNvCxnSpPr/>
            <p:nvPr/>
          </p:nvCxnSpPr>
          <p:spPr>
            <a:xfrm>
              <a:off x="3191574" y="3515950"/>
              <a:ext cx="60007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 name="TextBox 5">
            <a:extLst>
              <a:ext uri="{FF2B5EF4-FFF2-40B4-BE49-F238E27FC236}">
                <a16:creationId xmlns:a16="http://schemas.microsoft.com/office/drawing/2014/main" id="{AB6B0F10-B39A-1524-1BDF-E42F77EAF6F0}"/>
              </a:ext>
            </a:extLst>
          </p:cNvPr>
          <p:cNvSpPr txBox="1"/>
          <p:nvPr/>
        </p:nvSpPr>
        <p:spPr>
          <a:xfrm>
            <a:off x="6114347" y="6062034"/>
            <a:ext cx="6082807" cy="707886"/>
          </a:xfrm>
          <a:prstGeom prst="rect">
            <a:avLst/>
          </a:prstGeom>
          <a:noFill/>
          <a:effectLst>
            <a:outerShdw blurRad="50800" dist="38100" dir="5400000" algn="t" rotWithShape="0">
              <a:prstClr val="black">
                <a:alpha val="40000"/>
              </a:prstClr>
            </a:outerShdw>
          </a:effectLst>
        </p:spPr>
        <p:txBody>
          <a:bodyPr wrap="square" lIns="91440" tIns="45720" rIns="91440" bIns="45720" anchor="t">
            <a:spAutoFit/>
          </a:bodyPr>
          <a:lstStyle/>
          <a:p>
            <a:r>
              <a:rPr lang="en-US" sz="1200" b="1" dirty="0" err="1">
                <a:latin typeface="Segoe UI Light"/>
                <a:cs typeface="Segoe UI Light"/>
              </a:rPr>
              <a:t>Stichwörter</a:t>
            </a:r>
            <a:r>
              <a:rPr lang="en-US" sz="1400" dirty="0">
                <a:latin typeface="Segoe UI Light"/>
                <a:cs typeface="Segoe UI Light"/>
              </a:rPr>
              <a:t>: </a:t>
            </a:r>
            <a:r>
              <a:rPr lang="de-DE" sz="1300" dirty="0">
                <a:latin typeface="Segoe UI Light" panose="020B0502040204020203" pitchFamily="34" charset="0"/>
                <a:cs typeface="Segoe UI Light" panose="020B0502040204020203" pitchFamily="34" charset="0"/>
              </a:rPr>
              <a:t> Elektrischer Allradantrieb (AWD), funktionale Absicherung, Hardware-in-the-Loop (HiL)-Tests, Testfahrten, Fahrdynamik, Traktion, Fehlerverhalten,</a:t>
            </a:r>
          </a:p>
          <a:p>
            <a:r>
              <a:rPr lang="de-DE" sz="1300" dirty="0">
                <a:latin typeface="Segoe UI Light" panose="020B0502040204020203" pitchFamily="34" charset="0"/>
                <a:cs typeface="Segoe UI Light" panose="020B0502040204020203" pitchFamily="34" charset="0"/>
              </a:rPr>
              <a:t>Fahrzeugsicherheit</a:t>
            </a:r>
            <a:endParaRPr lang="en-US" sz="1300" dirty="0">
              <a:latin typeface="Segoe UI Light" panose="020B0502040204020203" pitchFamily="34" charset="0"/>
              <a:ea typeface="+mn-lt"/>
              <a:cs typeface="Segoe UI Light" panose="020B0502040204020203" pitchFamily="34" charset="0"/>
            </a:endParaRPr>
          </a:p>
        </p:txBody>
      </p:sp>
      <p:sp>
        <p:nvSpPr>
          <p:cNvPr id="16" name="TextBox 10">
            <a:extLst>
              <a:ext uri="{FF2B5EF4-FFF2-40B4-BE49-F238E27FC236}">
                <a16:creationId xmlns:a16="http://schemas.microsoft.com/office/drawing/2014/main" id="{F7B45B4A-647C-C522-359D-B3E618711D84}"/>
              </a:ext>
            </a:extLst>
          </p:cNvPr>
          <p:cNvSpPr txBox="1"/>
          <p:nvPr/>
        </p:nvSpPr>
        <p:spPr>
          <a:xfrm>
            <a:off x="105286" y="293879"/>
            <a:ext cx="2045125" cy="276999"/>
          </a:xfrm>
          <a:prstGeom prst="rect">
            <a:avLst/>
          </a:prstGeom>
          <a:noFill/>
        </p:spPr>
        <p:txBody>
          <a:bodyPr wrap="squar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dirty="0">
                <a:solidFill>
                  <a:schemeClr val="bg2">
                    <a:alpha val="50000"/>
                  </a:schemeClr>
                </a:solidFill>
                <a:latin typeface="Segoe UI Light" panose="020B0502040204020203" pitchFamily="34" charset="0"/>
                <a:cs typeface="Segoe UI Light" panose="020B0502040204020203" pitchFamily="34" charset="0"/>
              </a:rPr>
              <a:t>INDUSTRIEPROJEKT</a:t>
            </a:r>
          </a:p>
        </p:txBody>
      </p:sp>
      <p:cxnSp>
        <p:nvCxnSpPr>
          <p:cNvPr id="17" name="Connector: Elbow 18">
            <a:extLst>
              <a:ext uri="{FF2B5EF4-FFF2-40B4-BE49-F238E27FC236}">
                <a16:creationId xmlns:a16="http://schemas.microsoft.com/office/drawing/2014/main" id="{AB924E20-9C31-0D85-BA99-AE6DB389AFA6}"/>
              </a:ext>
            </a:extLst>
          </p:cNvPr>
          <p:cNvCxnSpPr>
            <a:cxnSpLocks/>
            <a:endCxn id="18" idx="3"/>
          </p:cNvCxnSpPr>
          <p:nvPr/>
        </p:nvCxnSpPr>
        <p:spPr>
          <a:xfrm rot="10800000">
            <a:off x="2477789" y="3989795"/>
            <a:ext cx="2253059" cy="1234488"/>
          </a:xfrm>
          <a:prstGeom prst="bentConnector3">
            <a:avLst>
              <a:gd name="adj1" fmla="val 41968"/>
            </a:avLst>
          </a:prstGeom>
          <a:ln>
            <a:solidFill>
              <a:schemeClr val="bg2"/>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18" name="Text Placeholder 7">
            <a:extLst>
              <a:ext uri="{FF2B5EF4-FFF2-40B4-BE49-F238E27FC236}">
                <a16:creationId xmlns:a16="http://schemas.microsoft.com/office/drawing/2014/main" id="{8888C859-CBC4-86D4-4494-38474695C81B}"/>
              </a:ext>
            </a:extLst>
          </p:cNvPr>
          <p:cNvSpPr txBox="1">
            <a:spLocks/>
          </p:cNvSpPr>
          <p:nvPr/>
        </p:nvSpPr>
        <p:spPr>
          <a:xfrm>
            <a:off x="409363" y="3756756"/>
            <a:ext cx="2068425" cy="466077"/>
          </a:xfrm>
          <a:prstGeom prst="rect">
            <a:avLst/>
          </a:prstGeom>
        </p:spPr>
        <p:txBody>
          <a:bodyPr vert="horz" lIns="91440" tIns="45720" rIns="91440" bIns="45720" rtlCol="0" anchor="t">
            <a:normAutofit fontScale="92500" lnSpcReduction="10000"/>
          </a:bodyPr>
          <a:lstStyle>
            <a:defPPr>
              <a:defRPr lang="de-DE"/>
            </a:defPPr>
            <a:lvl1pPr marL="0" marR="0" indent="0" algn="l" defTabSz="914400" rtl="0" eaLnBrk="1" fontAlgn="auto" latinLnBrk="0" hangingPunct="1">
              <a:lnSpc>
                <a:spcPct val="150000"/>
              </a:lnSpc>
              <a:spcBef>
                <a:spcPts val="600"/>
              </a:spcBef>
              <a:spcAft>
                <a:spcPts val="0"/>
              </a:spcAft>
              <a:buClrTx/>
              <a:buSzTx/>
              <a:buFont typeface="Arial" panose="020B0604020202020204" pitchFamily="34" charset="0"/>
              <a:buNone/>
              <a:tabLst/>
              <a:defRPr sz="2000" b="1" i="0" kern="1200" spc="0" baseline="0">
                <a:solidFill>
                  <a:schemeClr val="tx2"/>
                </a:solidFill>
                <a:latin typeface="Segoe UI Semibold" panose="020B0502040204020203" pitchFamily="34" charset="0"/>
                <a:ea typeface="Segoe UI Semibold" panose="020B0502040204020203" pitchFamily="34" charset="0"/>
                <a:cs typeface="Segoe UI Semibold"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err="1">
                <a:solidFill>
                  <a:schemeClr val="bg2"/>
                </a:solidFill>
                <a:latin typeface="Segoe UI Light"/>
                <a:cs typeface="Segoe UI Light"/>
              </a:rPr>
              <a:t>Beschreibung</a:t>
            </a:r>
            <a:endParaRPr lang="en-US" sz="1800" b="0" dirty="0" err="1">
              <a:solidFill>
                <a:schemeClr val="bg2"/>
              </a:solidFill>
              <a:latin typeface="Segoe UI Light"/>
              <a:cs typeface="Segoe UI Light"/>
            </a:endParaRPr>
          </a:p>
          <a:p>
            <a:endParaRPr lang="en-US" sz="1800" dirty="0">
              <a:solidFill>
                <a:schemeClr val="bg2"/>
              </a:solidFill>
              <a:latin typeface="Segoe UI Light" panose="020B0502040204020203" pitchFamily="34" charset="0"/>
              <a:cs typeface="Segoe UI Light" panose="020B0502040204020203" pitchFamily="34" charset="0"/>
            </a:endParaRPr>
          </a:p>
        </p:txBody>
      </p:sp>
      <p:sp>
        <p:nvSpPr>
          <p:cNvPr id="19" name="Text Placeholder 8">
            <a:extLst>
              <a:ext uri="{FF2B5EF4-FFF2-40B4-BE49-F238E27FC236}">
                <a16:creationId xmlns:a16="http://schemas.microsoft.com/office/drawing/2014/main" id="{58F24195-0552-0030-0E9C-8F12C10176C7}"/>
              </a:ext>
            </a:extLst>
          </p:cNvPr>
          <p:cNvSpPr>
            <a:spLocks noGrp="1"/>
          </p:cNvSpPr>
          <p:nvPr/>
        </p:nvSpPr>
        <p:spPr>
          <a:xfrm>
            <a:off x="390312" y="4085604"/>
            <a:ext cx="3238713" cy="2332210"/>
          </a:xfrm>
          <a:prstGeom prst="rect">
            <a:avLst/>
          </a:prstGeom>
        </p:spPr>
        <p:txBody>
          <a:bodyPr vert="horz" lIns="91440" tIns="45720" rIns="91440" bIns="45720" rtlCol="0" anchor="t">
            <a:noAutofit/>
          </a:bodyPr>
          <a:lstStyle>
            <a:defPPr>
              <a:defRPr lang="de-DE"/>
            </a:defPPr>
            <a:lvl1pPr marL="0" marR="0" indent="0" algn="l" defTabSz="914400" rtl="0" eaLnBrk="1" fontAlgn="auto" latinLnBrk="0" hangingPunct="1">
              <a:lnSpc>
                <a:spcPct val="150000"/>
              </a:lnSpc>
              <a:spcBef>
                <a:spcPts val="600"/>
              </a:spcBef>
              <a:spcAft>
                <a:spcPts val="0"/>
              </a:spcAft>
              <a:buClrTx/>
              <a:buSzTx/>
              <a:buFont typeface="Arial" panose="020B0604020202020204" pitchFamily="34" charset="0"/>
              <a:buNone/>
              <a:tabLst/>
              <a:defRPr sz="1400" b="1" i="0" kern="1200" spc="0">
                <a:solidFill>
                  <a:schemeClr val="tx1"/>
                </a:solidFill>
                <a:latin typeface="Segoe UI Light" panose="020B0502040204020203" pitchFamily="34" charset="0"/>
                <a:ea typeface="Segoe UI" panose="020B0502040204020203"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de-DE" sz="1200" b="0" dirty="0"/>
              <a:t>TWT validiert elektrische AWD-Funktionen durch HiL-Tests und Testfahrten auf abgesperrten Testgeländen mit unterschiedlichen Fahrbahnoberflächen. HiL-Tests bewerten Signale und zeitkritische Systemreaktionen, während Fahrzeugtests das Gesamtfahrverhalten prüfen. Auffälligkeiten werden voranalysiert und in Defect Tickets dokumentiert.</a:t>
            </a:r>
            <a:endParaRPr lang="en-US" sz="1200" b="0" dirty="0">
              <a:cs typeface="Segoe UI Light"/>
            </a:endParaRPr>
          </a:p>
        </p:txBody>
      </p:sp>
      <p:sp>
        <p:nvSpPr>
          <p:cNvPr id="3" name="Text Placeholder 9">
            <a:extLst>
              <a:ext uri="{FF2B5EF4-FFF2-40B4-BE49-F238E27FC236}">
                <a16:creationId xmlns:a16="http://schemas.microsoft.com/office/drawing/2014/main" id="{51741BFB-E1EE-DC8B-7A73-6D73CF30D938}"/>
              </a:ext>
            </a:extLst>
          </p:cNvPr>
          <p:cNvSpPr>
            <a:spLocks noGrp="1"/>
          </p:cNvSpPr>
          <p:nvPr/>
        </p:nvSpPr>
        <p:spPr>
          <a:xfrm>
            <a:off x="1" y="328303"/>
            <a:ext cx="12192000" cy="547662"/>
          </a:xfrm>
          <a:prstGeom prst="rect">
            <a:avLst/>
          </a:prstGeom>
        </p:spPr>
        <p:txBody>
          <a:bodyPr vert="horz" lIns="91440" tIns="45720" rIns="91440" bIns="45720" rtlCol="0" anchor="t">
            <a:no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de-DE" sz="1050" b="0" i="0" u="none" strike="noStrike" kern="1200" cap="none" spc="0" normalizeH="0" baseline="0" noProof="0">
                <a:ln>
                  <a:noFill/>
                </a:ln>
                <a:solidFill>
                  <a:srgbClr val="000000"/>
                </a:solidFill>
                <a:effectLst/>
                <a:uLnTx/>
                <a:uFillTx/>
                <a:latin typeface="Segoe UI Light" panose="020B0502040204020203" pitchFamily="34" charset="0"/>
                <a:ea typeface="Segoe UI" panose="020B0502040204020203" pitchFamily="34" charset="0"/>
                <a:cs typeface="Segoe UI Light"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400" dirty="0"/>
              <a:t>ABSICHERUNG MEB</a:t>
            </a:r>
          </a:p>
        </p:txBody>
      </p:sp>
      <p:cxnSp>
        <p:nvCxnSpPr>
          <p:cNvPr id="11" name="Straight Connector 10">
            <a:extLst>
              <a:ext uri="{FF2B5EF4-FFF2-40B4-BE49-F238E27FC236}">
                <a16:creationId xmlns:a16="http://schemas.microsoft.com/office/drawing/2014/main" id="{C1874B7C-7CF3-74A0-66E5-51AC08D70120}"/>
              </a:ext>
            </a:extLst>
          </p:cNvPr>
          <p:cNvCxnSpPr>
            <a:cxnSpLocks/>
          </p:cNvCxnSpPr>
          <p:nvPr/>
        </p:nvCxnSpPr>
        <p:spPr>
          <a:xfrm>
            <a:off x="3336074" y="3352071"/>
            <a:ext cx="0" cy="26915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8D8FE713-AB13-91E3-8336-2093ABFC4733}"/>
              </a:ext>
            </a:extLst>
          </p:cNvPr>
          <p:cNvSpPr txBox="1"/>
          <p:nvPr/>
        </p:nvSpPr>
        <p:spPr>
          <a:xfrm>
            <a:off x="2477789" y="737465"/>
            <a:ext cx="7408600" cy="276999"/>
          </a:xfrm>
          <a:prstGeom prst="rect">
            <a:avLst/>
          </a:prstGeom>
          <a:noFill/>
        </p:spPr>
        <p:txBody>
          <a:bodyPr wrap="squar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1" dirty="0">
                <a:latin typeface="Segoe UI "/>
              </a:rPr>
              <a:t>(ABSICHERUNG DES MODULAREN E-ANTRIEBS-BAUKASTENS)</a:t>
            </a:r>
          </a:p>
        </p:txBody>
      </p:sp>
    </p:spTree>
    <p:extLst>
      <p:ext uri="{BB962C8B-B14F-4D97-AF65-F5344CB8AC3E}">
        <p14:creationId xmlns:p14="http://schemas.microsoft.com/office/powerpoint/2010/main" val="1273992318"/>
      </p:ext>
    </p:extLst>
  </p:cSld>
  <p:clrMapOvr>
    <a:masterClrMapping/>
  </p:clrMapOvr>
</p:sld>
</file>

<file path=ppt/theme/theme1.xml><?xml version="1.0" encoding="utf-8"?>
<a:theme xmlns:a="http://schemas.openxmlformats.org/drawingml/2006/main" name="Office Theme">
  <a:themeElements>
    <a:clrScheme name="TWT">
      <a:dk1>
        <a:srgbClr val="000000"/>
      </a:dk1>
      <a:lt1>
        <a:sysClr val="window" lastClr="FFFFFF"/>
      </a:lt1>
      <a:dk2>
        <a:srgbClr val="070932"/>
      </a:dk2>
      <a:lt2>
        <a:srgbClr val="006682"/>
      </a:lt2>
      <a:accent1>
        <a:srgbClr val="1A1A1A"/>
      </a:accent1>
      <a:accent2>
        <a:srgbClr val="00BDA9"/>
      </a:accent2>
      <a:accent3>
        <a:srgbClr val="48B8D7"/>
      </a:accent3>
      <a:accent4>
        <a:srgbClr val="DD4027"/>
      </a:accent4>
      <a:accent5>
        <a:srgbClr val="FCB315"/>
      </a:accent5>
      <a:accent6>
        <a:srgbClr val="E4F1F9"/>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D01EF88681E9842A21157FFC6F81B3D" ma:contentTypeVersion="3" ma:contentTypeDescription="Create a new document." ma:contentTypeScope="" ma:versionID="a29cd5b4a3ef7ad93f3c6758a36c86ec">
  <xsd:schema xmlns:xsd="http://www.w3.org/2001/XMLSchema" xmlns:xs="http://www.w3.org/2001/XMLSchema" xmlns:p="http://schemas.microsoft.com/office/2006/metadata/properties" xmlns:ns2="492945fa-9668-44bb-ba4c-ddc819b78655" targetNamespace="http://schemas.microsoft.com/office/2006/metadata/properties" ma:root="true" ma:fieldsID="4890e8f52700e5d3c946b72cc38d275e" ns2:_="">
    <xsd:import namespace="492945fa-9668-44bb-ba4c-ddc819b7865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2945fa-9668-44bb-ba4c-ddc819b786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E46F7B5-5F2E-49A5-BD28-C7E5085B2A7D}">
  <ds:schemaRefs>
    <ds:schemaRef ds:uri="http://schemas.microsoft.com/sharepoint/v3/contenttype/forms"/>
  </ds:schemaRefs>
</ds:datastoreItem>
</file>

<file path=customXml/itemProps2.xml><?xml version="1.0" encoding="utf-8"?>
<ds:datastoreItem xmlns:ds="http://schemas.openxmlformats.org/officeDocument/2006/customXml" ds:itemID="{21BDAE07-9DAE-4066-94AF-4877F39951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2945fa-9668-44bb-ba4c-ddc819b786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7B64DBD-DA69-42C6-AC0D-E348B8D6BA9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122</TotalTime>
  <Words>412</Words>
  <Application>Microsoft Office PowerPoint</Application>
  <PresentationFormat>Widescreen</PresentationFormat>
  <Paragraphs>33</Paragraphs>
  <Slides>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vt:i4>
      </vt:variant>
    </vt:vector>
  </HeadingPairs>
  <TitlesOfParts>
    <vt:vector size="10" baseType="lpstr">
      <vt:lpstr>Aptos</vt:lpstr>
      <vt:lpstr>Aptos Display</vt:lpstr>
      <vt:lpstr>Arial</vt:lpstr>
      <vt:lpstr>Raleway</vt:lpstr>
      <vt:lpstr>Segoe UI</vt:lpstr>
      <vt:lpstr>Segoe UI </vt:lpstr>
      <vt:lpstr>Segoe UI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Marina Georgopoulou (EXT)</dc:creator>
  <cp:lastModifiedBy>Vasileios Tsiavos (EXT)</cp:lastModifiedBy>
  <cp:revision>165</cp:revision>
  <dcterms:created xsi:type="dcterms:W3CDTF">2026-03-27T11:01:10Z</dcterms:created>
  <dcterms:modified xsi:type="dcterms:W3CDTF">2026-09-09T12:06:20Z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0x010100CD01EF88681E9842A21157FFC6F81B3D</vt:lpwstr>
  </property>
</Properties>
</file>